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3" r:id="rId1"/>
    <p:sldMasterId id="2147483664" r:id="rId2"/>
    <p:sldMasterId id="2147483665" r:id="rId3"/>
    <p:sldMasterId id="2147483666" r:id="rId4"/>
    <p:sldMasterId id="2147483691" r:id="rId5"/>
    <p:sldMasterId id="2147483693" r:id="rId6"/>
  </p:sldMasterIdLst>
  <p:notesMasterIdLst>
    <p:notesMasterId r:id="rId59"/>
  </p:notesMasterIdLst>
  <p:sldIdLst>
    <p:sldId id="256" r:id="rId7"/>
    <p:sldId id="261" r:id="rId8"/>
    <p:sldId id="262" r:id="rId9"/>
    <p:sldId id="263" r:id="rId10"/>
    <p:sldId id="264" r:id="rId11"/>
    <p:sldId id="260" r:id="rId12"/>
    <p:sldId id="265" r:id="rId13"/>
    <p:sldId id="266" r:id="rId14"/>
    <p:sldId id="267" r:id="rId15"/>
    <p:sldId id="268" r:id="rId16"/>
    <p:sldId id="309" r:id="rId17"/>
    <p:sldId id="311" r:id="rId18"/>
    <p:sldId id="312"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000000"/>
          </p15:clr>
        </p15:guide>
        <p15:guide id="2" pos="3840" userDrawn="1">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5064571-D2D0-4096-8113-175A91345E3A}">
  <a:tblStyle styleId="{D5064571-D2D0-4096-8113-175A91345E3A}"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slide" Target="slides/slide41.xml"/><Relationship Id="rId50" Type="http://schemas.openxmlformats.org/officeDocument/2006/relationships/slide" Target="slides/slide44.xml"/><Relationship Id="rId55" Type="http://schemas.openxmlformats.org/officeDocument/2006/relationships/slide" Target="slides/slide49.xml"/><Relationship Id="rId63" Type="http://schemas.openxmlformats.org/officeDocument/2006/relationships/tableStyles" Target="tableStyles.xml"/><Relationship Id="rId7" Type="http://schemas.openxmlformats.org/officeDocument/2006/relationships/slide" Target="slides/slide1.xml"/><Relationship Id="rId2" Type="http://schemas.openxmlformats.org/officeDocument/2006/relationships/slideMaster" Target="slideMasters/slideMaster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slide" Target="slides/slide47.xml"/><Relationship Id="rId58" Type="http://schemas.openxmlformats.org/officeDocument/2006/relationships/slide" Target="slides/slide52.xml"/><Relationship Id="rId5" Type="http://schemas.openxmlformats.org/officeDocument/2006/relationships/slideMaster" Target="slideMasters/slideMaster5.xml"/><Relationship Id="rId61" Type="http://schemas.openxmlformats.org/officeDocument/2006/relationships/viewProps" Target="viewProps.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8" Type="http://schemas.openxmlformats.org/officeDocument/2006/relationships/slide" Target="slides/slide2.xml"/><Relationship Id="rId51" Type="http://schemas.openxmlformats.org/officeDocument/2006/relationships/slide" Target="slides/slide45.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notesMaster" Target="notesMasters/notesMaster1.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2"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SzPts val="1400"/>
              <a:buNone/>
              <a:defRPr sz="12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
            <a:headEnd type="none" w="sm" len="sm"/>
            <a:tailEnd type="none" w="sm" len="sm"/>
          </a:ln>
        </p:spPr>
        <p:txBody>
          <a:bodyPr/>
          <a:lstStyle/>
          <a:p>
            <a:endParaRPr lang="en-IN"/>
          </a:p>
        </p:txBody>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7" name="Google Shape;7;n"/>
          <p:cNvSpPr txBox="1">
            <a:spLocks noGrp="1"/>
          </p:cNvSpPr>
          <p:nvPr>
            <p:ph type="ftr" idx="11"/>
          </p:nvPr>
        </p:nvSpPr>
        <p:spPr>
          <a:xfrm>
            <a:off x="0" y="8685212"/>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a:t>
            </a:fld>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0" name="Google Shape;15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1376713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0" name="Google Shape;180;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6" name="Google Shape;186;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2" name="Google Shape;192;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9" name="Google Shape;199;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4" name="Google Shape;174;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 name="Google Shape;20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3" name="Google Shape;213;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0" name="Google Shape;220;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5" name="Google Shape;225;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a:extLst>
            <a:ext uri="{FF2B5EF4-FFF2-40B4-BE49-F238E27FC236}">
              <a16:creationId xmlns:a16="http://schemas.microsoft.com/office/drawing/2014/main" id="{06151A99-F61E-ED66-50CE-28B59C4ED7AC}"/>
            </a:ext>
          </a:extLst>
        </p:cNvPr>
        <p:cNvGrpSpPr/>
        <p:nvPr/>
      </p:nvGrpSpPr>
      <p:grpSpPr>
        <a:xfrm>
          <a:off x="0" y="0"/>
          <a:ext cx="0" cy="0"/>
          <a:chOff x="0" y="0"/>
          <a:chExt cx="0" cy="0"/>
        </a:xfrm>
      </p:grpSpPr>
      <p:sp>
        <p:nvSpPr>
          <p:cNvPr id="224" name="Google Shape;224;p13:notes">
            <a:extLst>
              <a:ext uri="{FF2B5EF4-FFF2-40B4-BE49-F238E27FC236}">
                <a16:creationId xmlns:a16="http://schemas.microsoft.com/office/drawing/2014/main" id="{4209547E-7A1F-0014-3688-676D5253BCF4}"/>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5" name="Google Shape;225;p13:notes">
            <a:extLst>
              <a:ext uri="{FF2B5EF4-FFF2-40B4-BE49-F238E27FC236}">
                <a16:creationId xmlns:a16="http://schemas.microsoft.com/office/drawing/2014/main" id="{E194F55B-18F9-89DD-15FE-80E8CC5FEAA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6996445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a:extLst>
            <a:ext uri="{FF2B5EF4-FFF2-40B4-BE49-F238E27FC236}">
              <a16:creationId xmlns:a16="http://schemas.microsoft.com/office/drawing/2014/main" id="{5D82112B-3917-69C4-7AEA-01BA3B38AF8D}"/>
            </a:ext>
          </a:extLst>
        </p:cNvPr>
        <p:cNvGrpSpPr/>
        <p:nvPr/>
      </p:nvGrpSpPr>
      <p:grpSpPr>
        <a:xfrm>
          <a:off x="0" y="0"/>
          <a:ext cx="0" cy="0"/>
          <a:chOff x="0" y="0"/>
          <a:chExt cx="0" cy="0"/>
        </a:xfrm>
      </p:grpSpPr>
      <p:sp>
        <p:nvSpPr>
          <p:cNvPr id="224" name="Google Shape;224;p13:notes">
            <a:extLst>
              <a:ext uri="{FF2B5EF4-FFF2-40B4-BE49-F238E27FC236}">
                <a16:creationId xmlns:a16="http://schemas.microsoft.com/office/drawing/2014/main" id="{2E9D5275-62EE-199C-CD64-5E73EDD0389B}"/>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5" name="Google Shape;225;p13:notes">
            <a:extLst>
              <a:ext uri="{FF2B5EF4-FFF2-40B4-BE49-F238E27FC236}">
                <a16:creationId xmlns:a16="http://schemas.microsoft.com/office/drawing/2014/main" id="{404B349E-44C8-EB7B-C719-4CCE4719405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41145869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a:extLst>
            <a:ext uri="{FF2B5EF4-FFF2-40B4-BE49-F238E27FC236}">
              <a16:creationId xmlns:a16="http://schemas.microsoft.com/office/drawing/2014/main" id="{58937EF8-54AC-2895-81ED-0296E82000D5}"/>
            </a:ext>
          </a:extLst>
        </p:cNvPr>
        <p:cNvGrpSpPr/>
        <p:nvPr/>
      </p:nvGrpSpPr>
      <p:grpSpPr>
        <a:xfrm>
          <a:off x="0" y="0"/>
          <a:ext cx="0" cy="0"/>
          <a:chOff x="0" y="0"/>
          <a:chExt cx="0" cy="0"/>
        </a:xfrm>
      </p:grpSpPr>
      <p:sp>
        <p:nvSpPr>
          <p:cNvPr id="224" name="Google Shape;224;p13:notes">
            <a:extLst>
              <a:ext uri="{FF2B5EF4-FFF2-40B4-BE49-F238E27FC236}">
                <a16:creationId xmlns:a16="http://schemas.microsoft.com/office/drawing/2014/main" id="{297DB6BB-263E-2DD2-8928-EB71E890C67B}"/>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5" name="Google Shape;225;p13:notes">
            <a:extLst>
              <a:ext uri="{FF2B5EF4-FFF2-40B4-BE49-F238E27FC236}">
                <a16:creationId xmlns:a16="http://schemas.microsoft.com/office/drawing/2014/main" id="{620182E6-8F9E-C19F-EB67-61D482DD09D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0194491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8" name="Google Shape;238;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4" name="Google Shape;244;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9" name="Google Shape;249;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5" name="Google Shape;255;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1" name="Google Shape;261;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7" name="Google Shape;267;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3" name="Google Shape;273;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22: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a:solidFill>
                  <a:srgbClr val="000000"/>
                </a:solidFill>
                <a:latin typeface="Calibri"/>
                <a:ea typeface="Calibri"/>
                <a:cs typeface="Calibri"/>
                <a:sym typeface="Calibri"/>
              </a:rPr>
              <a:t>21</a:t>
            </a:fld>
            <a:endParaRPr/>
          </a:p>
        </p:txBody>
      </p:sp>
      <p:sp>
        <p:nvSpPr>
          <p:cNvPr id="279" name="Google Shape;279;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
            <a:headEnd type="none" w="sm" len="sm"/>
            <a:tailEnd type="none" w="sm" len="sm"/>
          </a:ln>
        </p:spPr>
        <p:txBody>
          <a:bodyPr/>
          <a:lstStyle/>
          <a:p>
            <a:endParaRPr lang="en-IN"/>
          </a:p>
        </p:txBody>
      </p:sp>
      <p:sp>
        <p:nvSpPr>
          <p:cNvPr id="280" name="Google Shape;280;p2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23: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a:solidFill>
                  <a:srgbClr val="000000"/>
                </a:solidFill>
                <a:latin typeface="Calibri"/>
                <a:ea typeface="Calibri"/>
                <a:cs typeface="Calibri"/>
                <a:sym typeface="Calibri"/>
              </a:rPr>
              <a:t>22</a:t>
            </a:fld>
            <a:endParaRPr/>
          </a:p>
        </p:txBody>
      </p:sp>
      <p:sp>
        <p:nvSpPr>
          <p:cNvPr id="287" name="Google Shape;287;p23:notes"/>
          <p:cNvSpPr>
            <a:spLocks noGrp="1" noRot="1" noChangeAspect="1"/>
          </p:cNvSpPr>
          <p:nvPr>
            <p:ph type="sldImg" idx="2"/>
          </p:nvPr>
        </p:nvSpPr>
        <p:spPr>
          <a:xfrm>
            <a:off x="381000" y="693738"/>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
            <a:headEnd type="none" w="sm" len="sm"/>
            <a:tailEnd type="none" w="sm" len="sm"/>
          </a:ln>
        </p:spPr>
        <p:txBody>
          <a:bodyPr/>
          <a:lstStyle/>
          <a:p>
            <a:endParaRPr lang="en-IN"/>
          </a:p>
        </p:txBody>
      </p:sp>
      <p:sp>
        <p:nvSpPr>
          <p:cNvPr id="288" name="Google Shape;288;p23:notes"/>
          <p:cNvSpPr txBox="1">
            <a:spLocks noGrp="1"/>
          </p:cNvSpPr>
          <p:nvPr>
            <p:ph type="body" idx="1"/>
          </p:nvPr>
        </p:nvSpPr>
        <p:spPr>
          <a:xfrm>
            <a:off x="685800" y="4341812"/>
            <a:ext cx="5487987" cy="40322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p2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4" name="Google Shape;294;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25: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a:solidFill>
                  <a:srgbClr val="000000"/>
                </a:solidFill>
                <a:latin typeface="Calibri"/>
                <a:ea typeface="Calibri"/>
                <a:cs typeface="Calibri"/>
                <a:sym typeface="Calibri"/>
              </a:rPr>
              <a:t>24</a:t>
            </a:fld>
            <a:endParaRPr/>
          </a:p>
        </p:txBody>
      </p:sp>
      <p:sp>
        <p:nvSpPr>
          <p:cNvPr id="303" name="Google Shape;303;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
            <a:headEnd type="none" w="sm" len="sm"/>
            <a:tailEnd type="none" w="sm" len="sm"/>
          </a:ln>
        </p:spPr>
        <p:txBody>
          <a:bodyPr/>
          <a:lstStyle/>
          <a:p>
            <a:endParaRPr lang="en-IN"/>
          </a:p>
        </p:txBody>
      </p:sp>
      <p:sp>
        <p:nvSpPr>
          <p:cNvPr id="304" name="Google Shape;304;p2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26: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a:solidFill>
                  <a:srgbClr val="000000"/>
                </a:solidFill>
                <a:latin typeface="Calibri"/>
                <a:ea typeface="Calibri"/>
                <a:cs typeface="Calibri"/>
                <a:sym typeface="Calibri"/>
              </a:rPr>
              <a:t>25</a:t>
            </a:fld>
            <a:endParaRPr/>
          </a:p>
        </p:txBody>
      </p:sp>
      <p:sp>
        <p:nvSpPr>
          <p:cNvPr id="312" name="Google Shape;312;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
            <a:headEnd type="none" w="sm" len="sm"/>
            <a:tailEnd type="none" w="sm" len="sm"/>
          </a:ln>
        </p:spPr>
        <p:txBody>
          <a:bodyPr/>
          <a:lstStyle/>
          <a:p>
            <a:endParaRPr lang="en-IN"/>
          </a:p>
        </p:txBody>
      </p:sp>
      <p:sp>
        <p:nvSpPr>
          <p:cNvPr id="313" name="Google Shape;313;p2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p2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9" name="Google Shape;319;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p28: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a:solidFill>
                  <a:srgbClr val="000000"/>
                </a:solidFill>
                <a:latin typeface="Calibri"/>
                <a:ea typeface="Calibri"/>
                <a:cs typeface="Calibri"/>
                <a:sym typeface="Calibri"/>
              </a:rPr>
              <a:t>27</a:t>
            </a:fld>
            <a:endParaRPr/>
          </a:p>
        </p:txBody>
      </p:sp>
      <p:sp>
        <p:nvSpPr>
          <p:cNvPr id="325" name="Google Shape;325;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
            <a:headEnd type="none" w="sm" len="sm"/>
            <a:tailEnd type="none" w="sm" len="sm"/>
          </a:ln>
        </p:spPr>
        <p:txBody>
          <a:bodyPr/>
          <a:lstStyle/>
          <a:p>
            <a:endParaRPr lang="en-IN"/>
          </a:p>
        </p:txBody>
      </p:sp>
      <p:sp>
        <p:nvSpPr>
          <p:cNvPr id="326" name="Google Shape;326;p28: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p29: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a:solidFill>
                  <a:srgbClr val="000000"/>
                </a:solidFill>
                <a:latin typeface="Calibri"/>
                <a:ea typeface="Calibri"/>
                <a:cs typeface="Calibri"/>
                <a:sym typeface="Calibri"/>
              </a:rPr>
              <a:t>28</a:t>
            </a:fld>
            <a:endParaRPr/>
          </a:p>
        </p:txBody>
      </p:sp>
      <p:sp>
        <p:nvSpPr>
          <p:cNvPr id="333" name="Google Shape;333;p29:notes"/>
          <p:cNvSpPr>
            <a:spLocks noGrp="1" noRot="1" noChangeAspect="1"/>
          </p:cNvSpPr>
          <p:nvPr>
            <p:ph type="sldImg" idx="2"/>
          </p:nvPr>
        </p:nvSpPr>
        <p:spPr>
          <a:xfrm>
            <a:off x="381000" y="693738"/>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
            <a:headEnd type="none" w="sm" len="sm"/>
            <a:tailEnd type="none" w="sm" len="sm"/>
          </a:ln>
        </p:spPr>
        <p:txBody>
          <a:bodyPr/>
          <a:lstStyle/>
          <a:p>
            <a:endParaRPr lang="en-IN"/>
          </a:p>
        </p:txBody>
      </p:sp>
      <p:sp>
        <p:nvSpPr>
          <p:cNvPr id="334" name="Google Shape;334;p29:notes"/>
          <p:cNvSpPr txBox="1">
            <a:spLocks noGrp="1"/>
          </p:cNvSpPr>
          <p:nvPr>
            <p:ph type="body" idx="1"/>
          </p:nvPr>
        </p:nvSpPr>
        <p:spPr>
          <a:xfrm>
            <a:off x="685800" y="4341812"/>
            <a:ext cx="5487987" cy="40322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p30: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a:solidFill>
                  <a:srgbClr val="000000"/>
                </a:solidFill>
                <a:latin typeface="Calibri"/>
                <a:ea typeface="Calibri"/>
                <a:cs typeface="Calibri"/>
                <a:sym typeface="Calibri"/>
              </a:rPr>
              <a:t>29</a:t>
            </a:fld>
            <a:endParaRPr/>
          </a:p>
        </p:txBody>
      </p:sp>
      <p:sp>
        <p:nvSpPr>
          <p:cNvPr id="341" name="Google Shape;341;p30:notes"/>
          <p:cNvSpPr>
            <a:spLocks noGrp="1" noRot="1" noChangeAspect="1"/>
          </p:cNvSpPr>
          <p:nvPr>
            <p:ph type="sldImg" idx="2"/>
          </p:nvPr>
        </p:nvSpPr>
        <p:spPr>
          <a:xfrm>
            <a:off x="381000" y="693738"/>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
            <a:headEnd type="none" w="sm" len="sm"/>
            <a:tailEnd type="none" w="sm" len="sm"/>
          </a:ln>
        </p:spPr>
        <p:txBody>
          <a:bodyPr/>
          <a:lstStyle/>
          <a:p>
            <a:endParaRPr lang="en-IN"/>
          </a:p>
        </p:txBody>
      </p:sp>
      <p:sp>
        <p:nvSpPr>
          <p:cNvPr id="342" name="Google Shape;342;p30:notes"/>
          <p:cNvSpPr txBox="1">
            <a:spLocks noGrp="1"/>
          </p:cNvSpPr>
          <p:nvPr>
            <p:ph type="body" idx="1"/>
          </p:nvPr>
        </p:nvSpPr>
        <p:spPr>
          <a:xfrm>
            <a:off x="685800" y="4341812"/>
            <a:ext cx="5487987" cy="40322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p3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8" name="Google Shape;348;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p3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5" name="Google Shape;355;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p3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2" name="Google Shape;362;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p34: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a:solidFill>
                  <a:srgbClr val="000000"/>
                </a:solidFill>
                <a:latin typeface="Calibri"/>
                <a:ea typeface="Calibri"/>
                <a:cs typeface="Calibri"/>
                <a:sym typeface="Calibri"/>
              </a:rPr>
              <a:t>33</a:t>
            </a:fld>
            <a:endParaRPr/>
          </a:p>
        </p:txBody>
      </p:sp>
      <p:sp>
        <p:nvSpPr>
          <p:cNvPr id="369" name="Google Shape;369;p34:notes"/>
          <p:cNvSpPr>
            <a:spLocks noGrp="1" noRot="1" noChangeAspect="1"/>
          </p:cNvSpPr>
          <p:nvPr>
            <p:ph type="sldImg" idx="2"/>
          </p:nvPr>
        </p:nvSpPr>
        <p:spPr>
          <a:xfrm>
            <a:off x="381000" y="693738"/>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
            <a:headEnd type="none" w="sm" len="sm"/>
            <a:tailEnd type="none" w="sm" len="sm"/>
          </a:ln>
        </p:spPr>
        <p:txBody>
          <a:bodyPr/>
          <a:lstStyle/>
          <a:p>
            <a:endParaRPr lang="en-IN"/>
          </a:p>
        </p:txBody>
      </p:sp>
      <p:sp>
        <p:nvSpPr>
          <p:cNvPr id="370" name="Google Shape;370;p34:notes"/>
          <p:cNvSpPr txBox="1">
            <a:spLocks noGrp="1"/>
          </p:cNvSpPr>
          <p:nvPr>
            <p:ph type="body" idx="1"/>
          </p:nvPr>
        </p:nvSpPr>
        <p:spPr>
          <a:xfrm>
            <a:off x="685800" y="4341812"/>
            <a:ext cx="5487987" cy="40322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p35: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a:solidFill>
                  <a:srgbClr val="000000"/>
                </a:solidFill>
                <a:latin typeface="Calibri"/>
                <a:ea typeface="Calibri"/>
                <a:cs typeface="Calibri"/>
                <a:sym typeface="Calibri"/>
              </a:rPr>
              <a:t>34</a:t>
            </a:fld>
            <a:endParaRPr/>
          </a:p>
        </p:txBody>
      </p:sp>
      <p:sp>
        <p:nvSpPr>
          <p:cNvPr id="376" name="Google Shape;376;p35:notes"/>
          <p:cNvSpPr>
            <a:spLocks noGrp="1" noRot="1" noChangeAspect="1"/>
          </p:cNvSpPr>
          <p:nvPr>
            <p:ph type="sldImg" idx="2"/>
          </p:nvPr>
        </p:nvSpPr>
        <p:spPr>
          <a:xfrm>
            <a:off x="381000" y="693738"/>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
            <a:headEnd type="none" w="sm" len="sm"/>
            <a:tailEnd type="none" w="sm" len="sm"/>
          </a:ln>
        </p:spPr>
        <p:txBody>
          <a:bodyPr/>
          <a:lstStyle/>
          <a:p>
            <a:endParaRPr lang="en-IN"/>
          </a:p>
        </p:txBody>
      </p:sp>
      <p:sp>
        <p:nvSpPr>
          <p:cNvPr id="377" name="Google Shape;377;p35:notes"/>
          <p:cNvSpPr txBox="1">
            <a:spLocks noGrp="1"/>
          </p:cNvSpPr>
          <p:nvPr>
            <p:ph type="body" idx="1"/>
          </p:nvPr>
        </p:nvSpPr>
        <p:spPr>
          <a:xfrm>
            <a:off x="685800" y="4341812"/>
            <a:ext cx="5487987" cy="40322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p36: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a:solidFill>
                  <a:srgbClr val="000000"/>
                </a:solidFill>
                <a:latin typeface="Calibri"/>
                <a:ea typeface="Calibri"/>
                <a:cs typeface="Calibri"/>
                <a:sym typeface="Calibri"/>
              </a:rPr>
              <a:t>35</a:t>
            </a:fld>
            <a:endParaRPr/>
          </a:p>
        </p:txBody>
      </p:sp>
      <p:sp>
        <p:nvSpPr>
          <p:cNvPr id="383" name="Google Shape;383;p36:notes"/>
          <p:cNvSpPr>
            <a:spLocks noGrp="1" noRot="1" noChangeAspect="1"/>
          </p:cNvSpPr>
          <p:nvPr>
            <p:ph type="sldImg" idx="2"/>
          </p:nvPr>
        </p:nvSpPr>
        <p:spPr>
          <a:xfrm>
            <a:off x="381000" y="693738"/>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
            <a:headEnd type="none" w="sm" len="sm"/>
            <a:tailEnd type="none" w="sm" len="sm"/>
          </a:ln>
        </p:spPr>
        <p:txBody>
          <a:bodyPr/>
          <a:lstStyle/>
          <a:p>
            <a:endParaRPr lang="en-IN"/>
          </a:p>
        </p:txBody>
      </p:sp>
      <p:sp>
        <p:nvSpPr>
          <p:cNvPr id="384" name="Google Shape;384;p36:notes"/>
          <p:cNvSpPr txBox="1">
            <a:spLocks noGrp="1"/>
          </p:cNvSpPr>
          <p:nvPr>
            <p:ph type="body" idx="1"/>
          </p:nvPr>
        </p:nvSpPr>
        <p:spPr>
          <a:xfrm>
            <a:off x="685800" y="4341812"/>
            <a:ext cx="5487987" cy="40322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p37: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a:solidFill>
                  <a:srgbClr val="000000"/>
                </a:solidFill>
                <a:latin typeface="Calibri"/>
                <a:ea typeface="Calibri"/>
                <a:cs typeface="Calibri"/>
                <a:sym typeface="Calibri"/>
              </a:rPr>
              <a:t>36</a:t>
            </a:fld>
            <a:endParaRPr/>
          </a:p>
        </p:txBody>
      </p:sp>
      <p:sp>
        <p:nvSpPr>
          <p:cNvPr id="390" name="Google Shape;390;p37:notes"/>
          <p:cNvSpPr>
            <a:spLocks noGrp="1" noRot="1" noChangeAspect="1"/>
          </p:cNvSpPr>
          <p:nvPr>
            <p:ph type="sldImg" idx="2"/>
          </p:nvPr>
        </p:nvSpPr>
        <p:spPr>
          <a:xfrm>
            <a:off x="381000" y="693738"/>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
            <a:headEnd type="none" w="sm" len="sm"/>
            <a:tailEnd type="none" w="sm" len="sm"/>
          </a:ln>
        </p:spPr>
        <p:txBody>
          <a:bodyPr/>
          <a:lstStyle/>
          <a:p>
            <a:endParaRPr lang="en-IN"/>
          </a:p>
        </p:txBody>
      </p:sp>
      <p:sp>
        <p:nvSpPr>
          <p:cNvPr id="391" name="Google Shape;391;p37:notes"/>
          <p:cNvSpPr txBox="1">
            <a:spLocks noGrp="1"/>
          </p:cNvSpPr>
          <p:nvPr>
            <p:ph type="body" idx="1"/>
          </p:nvPr>
        </p:nvSpPr>
        <p:spPr>
          <a:xfrm>
            <a:off x="685800" y="4341812"/>
            <a:ext cx="5487987" cy="40322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p3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7" name="Google Shape;397;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p3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3" name="Google Shape;403;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p40: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a:solidFill>
                  <a:srgbClr val="000000"/>
                </a:solidFill>
                <a:latin typeface="Calibri"/>
                <a:ea typeface="Calibri"/>
                <a:cs typeface="Calibri"/>
                <a:sym typeface="Calibri"/>
              </a:rPr>
              <a:t>39</a:t>
            </a:fld>
            <a:endParaRPr/>
          </a:p>
        </p:txBody>
      </p:sp>
      <p:sp>
        <p:nvSpPr>
          <p:cNvPr id="409" name="Google Shape;409;p40:notes"/>
          <p:cNvSpPr>
            <a:spLocks noGrp="1" noRot="1" noChangeAspect="1"/>
          </p:cNvSpPr>
          <p:nvPr>
            <p:ph type="sldImg" idx="2"/>
          </p:nvPr>
        </p:nvSpPr>
        <p:spPr>
          <a:xfrm>
            <a:off x="381000" y="693738"/>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
            <a:headEnd type="none" w="sm" len="sm"/>
            <a:tailEnd type="none" w="sm" len="sm"/>
          </a:ln>
        </p:spPr>
        <p:txBody>
          <a:bodyPr/>
          <a:lstStyle/>
          <a:p>
            <a:endParaRPr lang="en-IN"/>
          </a:p>
        </p:txBody>
      </p:sp>
      <p:sp>
        <p:nvSpPr>
          <p:cNvPr id="410" name="Google Shape;410;p40:notes"/>
          <p:cNvSpPr txBox="1">
            <a:spLocks noGrp="1"/>
          </p:cNvSpPr>
          <p:nvPr>
            <p:ph type="body" idx="1"/>
          </p:nvPr>
        </p:nvSpPr>
        <p:spPr>
          <a:xfrm>
            <a:off x="685800" y="4341812"/>
            <a:ext cx="5487987" cy="40322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41: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a:solidFill>
                  <a:srgbClr val="000000"/>
                </a:solidFill>
                <a:latin typeface="Calibri"/>
                <a:ea typeface="Calibri"/>
                <a:cs typeface="Calibri"/>
                <a:sym typeface="Calibri"/>
              </a:rPr>
              <a:t>40</a:t>
            </a:fld>
            <a:endParaRPr/>
          </a:p>
        </p:txBody>
      </p:sp>
      <p:sp>
        <p:nvSpPr>
          <p:cNvPr id="416" name="Google Shape;416;p41:notes"/>
          <p:cNvSpPr>
            <a:spLocks noGrp="1" noRot="1" noChangeAspect="1"/>
          </p:cNvSpPr>
          <p:nvPr>
            <p:ph type="sldImg" idx="2"/>
          </p:nvPr>
        </p:nvSpPr>
        <p:spPr>
          <a:xfrm>
            <a:off x="381000" y="693738"/>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
            <a:headEnd type="none" w="sm" len="sm"/>
            <a:tailEnd type="none" w="sm" len="sm"/>
          </a:ln>
        </p:spPr>
        <p:txBody>
          <a:bodyPr/>
          <a:lstStyle/>
          <a:p>
            <a:endParaRPr lang="en-IN"/>
          </a:p>
        </p:txBody>
      </p:sp>
      <p:sp>
        <p:nvSpPr>
          <p:cNvPr id="417" name="Google Shape;417;p41:notes"/>
          <p:cNvSpPr txBox="1">
            <a:spLocks noGrp="1"/>
          </p:cNvSpPr>
          <p:nvPr>
            <p:ph type="body" idx="1"/>
          </p:nvPr>
        </p:nvSpPr>
        <p:spPr>
          <a:xfrm>
            <a:off x="685800" y="4341812"/>
            <a:ext cx="5487987" cy="40322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p42: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a:solidFill>
                  <a:srgbClr val="000000"/>
                </a:solidFill>
                <a:latin typeface="Calibri"/>
                <a:ea typeface="Calibri"/>
                <a:cs typeface="Calibri"/>
                <a:sym typeface="Calibri"/>
              </a:rPr>
              <a:t>41</a:t>
            </a:fld>
            <a:endParaRPr/>
          </a:p>
        </p:txBody>
      </p:sp>
      <p:sp>
        <p:nvSpPr>
          <p:cNvPr id="423" name="Google Shape;423;p42:notes"/>
          <p:cNvSpPr>
            <a:spLocks noGrp="1" noRot="1" noChangeAspect="1"/>
          </p:cNvSpPr>
          <p:nvPr>
            <p:ph type="sldImg" idx="2"/>
          </p:nvPr>
        </p:nvSpPr>
        <p:spPr>
          <a:xfrm>
            <a:off x="381000" y="693738"/>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
            <a:headEnd type="none" w="sm" len="sm"/>
            <a:tailEnd type="none" w="sm" len="sm"/>
          </a:ln>
        </p:spPr>
        <p:txBody>
          <a:bodyPr/>
          <a:lstStyle/>
          <a:p>
            <a:endParaRPr lang="en-IN"/>
          </a:p>
        </p:txBody>
      </p:sp>
      <p:sp>
        <p:nvSpPr>
          <p:cNvPr id="424" name="Google Shape;424;p42:notes"/>
          <p:cNvSpPr txBox="1">
            <a:spLocks noGrp="1"/>
          </p:cNvSpPr>
          <p:nvPr>
            <p:ph type="body" idx="1"/>
          </p:nvPr>
        </p:nvSpPr>
        <p:spPr>
          <a:xfrm>
            <a:off x="685800" y="4341812"/>
            <a:ext cx="5487987" cy="40322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8"/>
        <p:cNvGrpSpPr/>
        <p:nvPr/>
      </p:nvGrpSpPr>
      <p:grpSpPr>
        <a:xfrm>
          <a:off x="0" y="0"/>
          <a:ext cx="0" cy="0"/>
          <a:chOff x="0" y="0"/>
          <a:chExt cx="0" cy="0"/>
        </a:xfrm>
      </p:grpSpPr>
      <p:sp>
        <p:nvSpPr>
          <p:cNvPr id="429" name="Google Shape;429;p43: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a:solidFill>
                  <a:srgbClr val="000000"/>
                </a:solidFill>
                <a:latin typeface="Calibri"/>
                <a:ea typeface="Calibri"/>
                <a:cs typeface="Calibri"/>
                <a:sym typeface="Calibri"/>
              </a:rPr>
              <a:t>42</a:t>
            </a:fld>
            <a:endParaRPr/>
          </a:p>
        </p:txBody>
      </p:sp>
      <p:sp>
        <p:nvSpPr>
          <p:cNvPr id="430" name="Google Shape;430;p43:notes"/>
          <p:cNvSpPr>
            <a:spLocks noGrp="1" noRot="1" noChangeAspect="1"/>
          </p:cNvSpPr>
          <p:nvPr>
            <p:ph type="sldImg" idx="2"/>
          </p:nvPr>
        </p:nvSpPr>
        <p:spPr>
          <a:xfrm>
            <a:off x="381000" y="693738"/>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
            <a:headEnd type="none" w="sm" len="sm"/>
            <a:tailEnd type="none" w="sm" len="sm"/>
          </a:ln>
        </p:spPr>
        <p:txBody>
          <a:bodyPr/>
          <a:lstStyle/>
          <a:p>
            <a:endParaRPr lang="en-IN"/>
          </a:p>
        </p:txBody>
      </p:sp>
      <p:sp>
        <p:nvSpPr>
          <p:cNvPr id="431" name="Google Shape;431;p43:notes"/>
          <p:cNvSpPr txBox="1">
            <a:spLocks noGrp="1"/>
          </p:cNvSpPr>
          <p:nvPr>
            <p:ph type="body" idx="1"/>
          </p:nvPr>
        </p:nvSpPr>
        <p:spPr>
          <a:xfrm>
            <a:off x="685800" y="4341812"/>
            <a:ext cx="5487987" cy="40322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Google Shape;436;p44: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a:solidFill>
                  <a:srgbClr val="000000"/>
                </a:solidFill>
                <a:latin typeface="Calibri"/>
                <a:ea typeface="Calibri"/>
                <a:cs typeface="Calibri"/>
                <a:sym typeface="Calibri"/>
              </a:rPr>
              <a:t>43</a:t>
            </a:fld>
            <a:endParaRPr/>
          </a:p>
        </p:txBody>
      </p:sp>
      <p:sp>
        <p:nvSpPr>
          <p:cNvPr id="437" name="Google Shape;437;p44:notes"/>
          <p:cNvSpPr>
            <a:spLocks noGrp="1" noRot="1" noChangeAspect="1"/>
          </p:cNvSpPr>
          <p:nvPr>
            <p:ph type="sldImg" idx="2"/>
          </p:nvPr>
        </p:nvSpPr>
        <p:spPr>
          <a:xfrm>
            <a:off x="381000" y="693738"/>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
            <a:headEnd type="none" w="sm" len="sm"/>
            <a:tailEnd type="none" w="sm" len="sm"/>
          </a:ln>
        </p:spPr>
        <p:txBody>
          <a:bodyPr/>
          <a:lstStyle/>
          <a:p>
            <a:endParaRPr lang="en-IN"/>
          </a:p>
        </p:txBody>
      </p:sp>
      <p:sp>
        <p:nvSpPr>
          <p:cNvPr id="438" name="Google Shape;438;p44:notes"/>
          <p:cNvSpPr txBox="1">
            <a:spLocks noGrp="1"/>
          </p:cNvSpPr>
          <p:nvPr>
            <p:ph type="body" idx="1"/>
          </p:nvPr>
        </p:nvSpPr>
        <p:spPr>
          <a:xfrm>
            <a:off x="685800" y="4341812"/>
            <a:ext cx="5487987" cy="40322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p45: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a:solidFill>
                  <a:srgbClr val="000000"/>
                </a:solidFill>
                <a:latin typeface="Calibri"/>
                <a:ea typeface="Calibri"/>
                <a:cs typeface="Calibri"/>
                <a:sym typeface="Calibri"/>
              </a:rPr>
              <a:t>44</a:t>
            </a:fld>
            <a:endParaRPr/>
          </a:p>
        </p:txBody>
      </p:sp>
      <p:sp>
        <p:nvSpPr>
          <p:cNvPr id="444" name="Google Shape;444;p45:notes"/>
          <p:cNvSpPr>
            <a:spLocks noGrp="1" noRot="1" noChangeAspect="1"/>
          </p:cNvSpPr>
          <p:nvPr>
            <p:ph type="sldImg" idx="2"/>
          </p:nvPr>
        </p:nvSpPr>
        <p:spPr>
          <a:xfrm>
            <a:off x="381000" y="693738"/>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
            <a:headEnd type="none" w="sm" len="sm"/>
            <a:tailEnd type="none" w="sm" len="sm"/>
          </a:ln>
        </p:spPr>
        <p:txBody>
          <a:bodyPr/>
          <a:lstStyle/>
          <a:p>
            <a:endParaRPr lang="en-IN"/>
          </a:p>
        </p:txBody>
      </p:sp>
      <p:sp>
        <p:nvSpPr>
          <p:cNvPr id="445" name="Google Shape;445;p45:notes"/>
          <p:cNvSpPr txBox="1">
            <a:spLocks noGrp="1"/>
          </p:cNvSpPr>
          <p:nvPr>
            <p:ph type="body" idx="1"/>
          </p:nvPr>
        </p:nvSpPr>
        <p:spPr>
          <a:xfrm>
            <a:off x="685800" y="4341812"/>
            <a:ext cx="5487987" cy="40322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p:cNvGrpSpPr/>
        <p:nvPr/>
      </p:nvGrpSpPr>
      <p:grpSpPr>
        <a:xfrm>
          <a:off x="0" y="0"/>
          <a:ext cx="0" cy="0"/>
          <a:chOff x="0" y="0"/>
          <a:chExt cx="0" cy="0"/>
        </a:xfrm>
      </p:grpSpPr>
      <p:sp>
        <p:nvSpPr>
          <p:cNvPr id="450" name="Google Shape;450;p4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1" name="Google Shape;451;p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p4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7" name="Google Shape;457;p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p4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4" name="Google Shape;464;p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3"/>
        <p:cNvGrpSpPr/>
        <p:nvPr/>
      </p:nvGrpSpPr>
      <p:grpSpPr>
        <a:xfrm>
          <a:off x="0" y="0"/>
          <a:ext cx="0" cy="0"/>
          <a:chOff x="0" y="0"/>
          <a:chExt cx="0" cy="0"/>
        </a:xfrm>
      </p:grpSpPr>
      <p:sp>
        <p:nvSpPr>
          <p:cNvPr id="474" name="Google Shape;474;p4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5" name="Google Shape;475;p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2"/>
        <p:cNvGrpSpPr/>
        <p:nvPr/>
      </p:nvGrpSpPr>
      <p:grpSpPr>
        <a:xfrm>
          <a:off x="0" y="0"/>
          <a:ext cx="0" cy="0"/>
          <a:chOff x="0" y="0"/>
          <a:chExt cx="0" cy="0"/>
        </a:xfrm>
      </p:grpSpPr>
      <p:sp>
        <p:nvSpPr>
          <p:cNvPr id="483" name="Google Shape;483;p5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4" name="Google Shape;484;p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8"/>
        <p:cNvGrpSpPr/>
        <p:nvPr/>
      </p:nvGrpSpPr>
      <p:grpSpPr>
        <a:xfrm>
          <a:off x="0" y="0"/>
          <a:ext cx="0" cy="0"/>
          <a:chOff x="0" y="0"/>
          <a:chExt cx="0" cy="0"/>
        </a:xfrm>
      </p:grpSpPr>
      <p:sp>
        <p:nvSpPr>
          <p:cNvPr id="489" name="Google Shape;489;p5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0" name="Google Shape;490;p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5"/>
        <p:cNvGrpSpPr/>
        <p:nvPr/>
      </p:nvGrpSpPr>
      <p:grpSpPr>
        <a:xfrm>
          <a:off x="0" y="0"/>
          <a:ext cx="0" cy="0"/>
          <a:chOff x="0" y="0"/>
          <a:chExt cx="0" cy="0"/>
        </a:xfrm>
      </p:grpSpPr>
      <p:sp>
        <p:nvSpPr>
          <p:cNvPr id="496" name="Google Shape;496;p5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7" name="Google Shape;497;p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p5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4" name="Google Shape;504;p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92"/>
        <p:cNvGrpSpPr/>
        <p:nvPr/>
      </p:nvGrpSpPr>
      <p:grpSpPr>
        <a:xfrm>
          <a:off x="0" y="0"/>
          <a:ext cx="0" cy="0"/>
          <a:chOff x="0" y="0"/>
          <a:chExt cx="0" cy="0"/>
        </a:xfrm>
      </p:grpSpPr>
      <p:sp>
        <p:nvSpPr>
          <p:cNvPr id="93" name="Google Shape;93;p13"/>
          <p:cNvSpPr txBox="1">
            <a:spLocks noGrp="1"/>
          </p:cNvSpPr>
          <p:nvPr>
            <p:ph type="body" idx="1"/>
          </p:nvPr>
        </p:nvSpPr>
        <p:spPr>
          <a:xfrm>
            <a:off x="1828801" y="2743200"/>
            <a:ext cx="9497484" cy="1673225"/>
          </a:xfrm>
          <a:prstGeom prst="rect">
            <a:avLst/>
          </a:prstGeom>
          <a:noFill/>
          <a:ln>
            <a:noFill/>
          </a:ln>
        </p:spPr>
        <p:txBody>
          <a:bodyPr spcFirstLastPara="1" wrap="square" lIns="91425" tIns="45700" rIns="91425" bIns="45700" anchor="t" anchorCtr="0">
            <a:noAutofit/>
          </a:bodyPr>
          <a:lstStyle>
            <a:lvl1pPr marL="457200" lvl="0" indent="-228600" algn="l">
              <a:spcBef>
                <a:spcPts val="700"/>
              </a:spcBef>
              <a:spcAft>
                <a:spcPts val="0"/>
              </a:spcAft>
              <a:buSzPts val="1680"/>
              <a:buNone/>
              <a:defRPr sz="2800">
                <a:solidFill>
                  <a:schemeClr val="dk2"/>
                </a:solidFill>
              </a:defRPr>
            </a:lvl1pPr>
            <a:lvl2pPr marL="914400" lvl="1" indent="-228600" algn="l">
              <a:spcBef>
                <a:spcPts val="550"/>
              </a:spcBef>
              <a:spcAft>
                <a:spcPts val="0"/>
              </a:spcAft>
              <a:buSzPts val="1260"/>
              <a:buNone/>
              <a:defRPr sz="1800">
                <a:solidFill>
                  <a:srgbClr val="888888"/>
                </a:solidFill>
              </a:defRPr>
            </a:lvl2pPr>
            <a:lvl3pPr marL="1371600" lvl="2" indent="-228600" algn="l">
              <a:spcBef>
                <a:spcPts val="500"/>
              </a:spcBef>
              <a:spcAft>
                <a:spcPts val="0"/>
              </a:spcAft>
              <a:buSzPts val="1200"/>
              <a:buNone/>
              <a:defRPr sz="1600">
                <a:solidFill>
                  <a:srgbClr val="888888"/>
                </a:solidFill>
              </a:defRPr>
            </a:lvl3pPr>
            <a:lvl4pPr marL="1828800" lvl="3" indent="-228600" algn="l">
              <a:spcBef>
                <a:spcPts val="400"/>
              </a:spcBef>
              <a:spcAft>
                <a:spcPts val="0"/>
              </a:spcAft>
              <a:buSzPts val="1050"/>
              <a:buNone/>
              <a:defRPr sz="1400">
                <a:solidFill>
                  <a:srgbClr val="888888"/>
                </a:solidFill>
              </a:defRPr>
            </a:lvl4pPr>
            <a:lvl5pPr marL="2286000" lvl="4" indent="-228600" algn="l">
              <a:spcBef>
                <a:spcPts val="400"/>
              </a:spcBef>
              <a:spcAft>
                <a:spcPts val="0"/>
              </a:spcAft>
              <a:buSzPts val="910"/>
              <a:buNone/>
              <a:defRPr sz="1400">
                <a:solidFill>
                  <a:srgbClr val="888888"/>
                </a:solidFill>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94" name="Google Shape;94;p13"/>
          <p:cNvSpPr txBox="1">
            <a:spLocks noGrp="1"/>
          </p:cNvSpPr>
          <p:nvPr>
            <p:ph type="title"/>
          </p:nvPr>
        </p:nvSpPr>
        <p:spPr>
          <a:xfrm>
            <a:off x="1828800" y="1600200"/>
            <a:ext cx="10160000" cy="990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FFFFFF"/>
              </a:buClr>
              <a:buSzPts val="4400"/>
              <a:buFont typeface="Twentieth Century"/>
              <a:buNone/>
              <a:defRPr sz="4400" b="0" cap="none">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13"/>
          <p:cNvSpPr txBox="1">
            <a:spLocks noGrp="1"/>
          </p:cNvSpPr>
          <p:nvPr>
            <p:ph type="dt" idx="10"/>
          </p:nvPr>
        </p:nvSpPr>
        <p:spPr>
          <a:xfrm>
            <a:off x="8128000" y="6248401"/>
            <a:ext cx="35560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400">
                <a:solidFill>
                  <a:schemeClr val="dk2"/>
                </a:solidFill>
                <a:latin typeface="Twentieth Century"/>
                <a:ea typeface="Twentieth Century"/>
                <a:cs typeface="Twentieth Century"/>
                <a:sym typeface="Twentieth Century"/>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6" name="Google Shape;96;p13"/>
          <p:cNvSpPr txBox="1">
            <a:spLocks noGrp="1"/>
          </p:cNvSpPr>
          <p:nvPr>
            <p:ph type="sldNum" idx="12"/>
          </p:nvPr>
        </p:nvSpPr>
        <p:spPr>
          <a:xfrm>
            <a:off x="0" y="1752601"/>
            <a:ext cx="1727200" cy="70167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FFFFFF"/>
              </a:buClr>
              <a:buSzPts val="2400"/>
              <a:buFont typeface="Twentieth Century"/>
              <a:buNone/>
              <a:defRPr sz="2400" b="1" i="0" u="none">
                <a:solidFill>
                  <a:srgbClr val="FFFFFF"/>
                </a:solidFill>
                <a:latin typeface="Twentieth Century"/>
                <a:ea typeface="Twentieth Century"/>
                <a:cs typeface="Twentieth Century"/>
                <a:sym typeface="Twentieth Century"/>
              </a:defRPr>
            </a:lvl1pPr>
            <a:lvl2pPr marL="0" marR="0" lvl="1" indent="0" algn="ctr">
              <a:lnSpc>
                <a:spcPct val="100000"/>
              </a:lnSpc>
              <a:spcBef>
                <a:spcPts val="0"/>
              </a:spcBef>
              <a:spcAft>
                <a:spcPts val="0"/>
              </a:spcAft>
              <a:buClr>
                <a:srgbClr val="FFFFFF"/>
              </a:buClr>
              <a:buSzPts val="2400"/>
              <a:buFont typeface="Twentieth Century"/>
              <a:buNone/>
              <a:defRPr sz="2400" b="1" i="0" u="none">
                <a:solidFill>
                  <a:srgbClr val="FFFFFF"/>
                </a:solidFill>
                <a:latin typeface="Twentieth Century"/>
                <a:ea typeface="Twentieth Century"/>
                <a:cs typeface="Twentieth Century"/>
                <a:sym typeface="Twentieth Century"/>
              </a:defRPr>
            </a:lvl2pPr>
            <a:lvl3pPr marL="0" marR="0" lvl="2" indent="0" algn="ctr">
              <a:lnSpc>
                <a:spcPct val="100000"/>
              </a:lnSpc>
              <a:spcBef>
                <a:spcPts val="0"/>
              </a:spcBef>
              <a:spcAft>
                <a:spcPts val="0"/>
              </a:spcAft>
              <a:buClr>
                <a:srgbClr val="FFFFFF"/>
              </a:buClr>
              <a:buSzPts val="2400"/>
              <a:buFont typeface="Twentieth Century"/>
              <a:buNone/>
              <a:defRPr sz="2400" b="1" i="0" u="none">
                <a:solidFill>
                  <a:srgbClr val="FFFFFF"/>
                </a:solidFill>
                <a:latin typeface="Twentieth Century"/>
                <a:ea typeface="Twentieth Century"/>
                <a:cs typeface="Twentieth Century"/>
                <a:sym typeface="Twentieth Century"/>
              </a:defRPr>
            </a:lvl3pPr>
            <a:lvl4pPr marL="0" marR="0" lvl="3" indent="0" algn="ctr">
              <a:lnSpc>
                <a:spcPct val="100000"/>
              </a:lnSpc>
              <a:spcBef>
                <a:spcPts val="0"/>
              </a:spcBef>
              <a:spcAft>
                <a:spcPts val="0"/>
              </a:spcAft>
              <a:buClr>
                <a:srgbClr val="FFFFFF"/>
              </a:buClr>
              <a:buSzPts val="2400"/>
              <a:buFont typeface="Twentieth Century"/>
              <a:buNone/>
              <a:defRPr sz="2400" b="1" i="0" u="none">
                <a:solidFill>
                  <a:srgbClr val="FFFFFF"/>
                </a:solidFill>
                <a:latin typeface="Twentieth Century"/>
                <a:ea typeface="Twentieth Century"/>
                <a:cs typeface="Twentieth Century"/>
                <a:sym typeface="Twentieth Century"/>
              </a:defRPr>
            </a:lvl4pPr>
            <a:lvl5pPr marL="0" marR="0" lvl="4" indent="0" algn="ctr">
              <a:lnSpc>
                <a:spcPct val="100000"/>
              </a:lnSpc>
              <a:spcBef>
                <a:spcPts val="0"/>
              </a:spcBef>
              <a:spcAft>
                <a:spcPts val="0"/>
              </a:spcAft>
              <a:buClr>
                <a:srgbClr val="FFFFFF"/>
              </a:buClr>
              <a:buSzPts val="2400"/>
              <a:buFont typeface="Twentieth Century"/>
              <a:buNone/>
              <a:defRPr sz="2400" b="1" i="0" u="none">
                <a:solidFill>
                  <a:srgbClr val="FFFFFF"/>
                </a:solidFill>
                <a:latin typeface="Twentieth Century"/>
                <a:ea typeface="Twentieth Century"/>
                <a:cs typeface="Twentieth Century"/>
                <a:sym typeface="Twentieth Century"/>
              </a:defRPr>
            </a:lvl5pPr>
            <a:lvl6pPr marL="0" marR="0" lvl="5" indent="0" algn="ctr">
              <a:lnSpc>
                <a:spcPct val="100000"/>
              </a:lnSpc>
              <a:spcBef>
                <a:spcPts val="0"/>
              </a:spcBef>
              <a:spcAft>
                <a:spcPts val="0"/>
              </a:spcAft>
              <a:buClr>
                <a:srgbClr val="FFFFFF"/>
              </a:buClr>
              <a:buSzPts val="2400"/>
              <a:buFont typeface="Twentieth Century"/>
              <a:buNone/>
              <a:defRPr sz="2400" b="1" i="0" u="none">
                <a:solidFill>
                  <a:srgbClr val="FFFFFF"/>
                </a:solidFill>
                <a:latin typeface="Twentieth Century"/>
                <a:ea typeface="Twentieth Century"/>
                <a:cs typeface="Twentieth Century"/>
                <a:sym typeface="Twentieth Century"/>
              </a:defRPr>
            </a:lvl6pPr>
            <a:lvl7pPr marL="0" marR="0" lvl="6" indent="0" algn="ctr">
              <a:lnSpc>
                <a:spcPct val="100000"/>
              </a:lnSpc>
              <a:spcBef>
                <a:spcPts val="0"/>
              </a:spcBef>
              <a:spcAft>
                <a:spcPts val="0"/>
              </a:spcAft>
              <a:buClr>
                <a:srgbClr val="FFFFFF"/>
              </a:buClr>
              <a:buSzPts val="2400"/>
              <a:buFont typeface="Twentieth Century"/>
              <a:buNone/>
              <a:defRPr sz="2400" b="1" i="0" u="none">
                <a:solidFill>
                  <a:srgbClr val="FFFFFF"/>
                </a:solidFill>
                <a:latin typeface="Twentieth Century"/>
                <a:ea typeface="Twentieth Century"/>
                <a:cs typeface="Twentieth Century"/>
                <a:sym typeface="Twentieth Century"/>
              </a:defRPr>
            </a:lvl7pPr>
            <a:lvl8pPr marL="0" marR="0" lvl="7" indent="0" algn="ctr">
              <a:lnSpc>
                <a:spcPct val="100000"/>
              </a:lnSpc>
              <a:spcBef>
                <a:spcPts val="0"/>
              </a:spcBef>
              <a:spcAft>
                <a:spcPts val="0"/>
              </a:spcAft>
              <a:buClr>
                <a:srgbClr val="FFFFFF"/>
              </a:buClr>
              <a:buSzPts val="2400"/>
              <a:buFont typeface="Twentieth Century"/>
              <a:buNone/>
              <a:defRPr sz="2400" b="1" i="0" u="none">
                <a:solidFill>
                  <a:srgbClr val="FFFFFF"/>
                </a:solidFill>
                <a:latin typeface="Twentieth Century"/>
                <a:ea typeface="Twentieth Century"/>
                <a:cs typeface="Twentieth Century"/>
                <a:sym typeface="Twentieth Century"/>
              </a:defRPr>
            </a:lvl8pPr>
            <a:lvl9pPr marL="0" marR="0" lvl="8" indent="0" algn="ctr">
              <a:lnSpc>
                <a:spcPct val="100000"/>
              </a:lnSpc>
              <a:spcBef>
                <a:spcPts val="0"/>
              </a:spcBef>
              <a:spcAft>
                <a:spcPts val="0"/>
              </a:spcAft>
              <a:buClr>
                <a:srgbClr val="FFFFFF"/>
              </a:buClr>
              <a:buSzPts val="2400"/>
              <a:buFont typeface="Twentieth Century"/>
              <a:buNone/>
              <a:defRPr sz="2400" b="1" i="0" u="none">
                <a:solidFill>
                  <a:srgbClr val="FFFFFF"/>
                </a:solidFill>
                <a:latin typeface="Twentieth Century"/>
                <a:ea typeface="Twentieth Century"/>
                <a:cs typeface="Twentieth Century"/>
                <a:sym typeface="Twentieth Century"/>
              </a:defRPr>
            </a:lvl9pPr>
          </a:lstStyle>
          <a:p>
            <a:fld id="{00000000-1234-1234-1234-123412341234}" type="slidenum">
              <a:rPr lang="en-US" smtClean="0"/>
              <a:pPr/>
              <a:t>‹#›</a:t>
            </a:fld>
            <a:endParaRPr lang="en-US"/>
          </a:p>
        </p:txBody>
      </p:sp>
      <p:sp>
        <p:nvSpPr>
          <p:cNvPr id="97" name="Google Shape;97;p13"/>
          <p:cNvSpPr txBox="1">
            <a:spLocks noGrp="1"/>
          </p:cNvSpPr>
          <p:nvPr>
            <p:ph type="ftr" idx="11"/>
          </p:nvPr>
        </p:nvSpPr>
        <p:spPr>
          <a:xfrm>
            <a:off x="812800" y="6248401"/>
            <a:ext cx="7228416"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07"/>
        <p:cNvGrpSpPr/>
        <p:nvPr/>
      </p:nvGrpSpPr>
      <p:grpSpPr>
        <a:xfrm>
          <a:off x="0" y="0"/>
          <a:ext cx="0" cy="0"/>
          <a:chOff x="0" y="0"/>
          <a:chExt cx="0" cy="0"/>
        </a:xfrm>
      </p:grpSpPr>
      <p:sp>
        <p:nvSpPr>
          <p:cNvPr id="108" name="Google Shape;108;p15"/>
          <p:cNvSpPr txBox="1">
            <a:spLocks noGrp="1"/>
          </p:cNvSpPr>
          <p:nvPr>
            <p:ph type="title"/>
          </p:nvPr>
        </p:nvSpPr>
        <p:spPr>
          <a:xfrm>
            <a:off x="711200" y="273050"/>
            <a:ext cx="10871200" cy="86995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9" name="Google Shape;109;p15"/>
          <p:cNvSpPr txBox="1">
            <a:spLocks noGrp="1"/>
          </p:cNvSpPr>
          <p:nvPr>
            <p:ph type="body" idx="1"/>
          </p:nvPr>
        </p:nvSpPr>
        <p:spPr>
          <a:xfrm>
            <a:off x="812800" y="2438400"/>
            <a:ext cx="5181600" cy="3581400"/>
          </a:xfrm>
          <a:prstGeom prst="rect">
            <a:avLst/>
          </a:prstGeom>
          <a:noFill/>
          <a:ln>
            <a:noFill/>
          </a:ln>
        </p:spPr>
        <p:txBody>
          <a:bodyPr spcFirstLastPara="1" wrap="square" lIns="91425" tIns="45700" rIns="91425" bIns="45700" anchor="t" anchorCtr="0">
            <a:noAutofit/>
          </a:bodyPr>
          <a:lstStyle>
            <a:lvl1pPr marL="457200" lvl="0" indent="-297180" algn="l">
              <a:spcBef>
                <a:spcPts val="700"/>
              </a:spcBef>
              <a:spcAft>
                <a:spcPts val="0"/>
              </a:spcAft>
              <a:buSzPts val="1080"/>
              <a:buChar char="◻"/>
              <a:defRPr/>
            </a:lvl1pPr>
            <a:lvl2pPr marL="914400" lvl="1" indent="-308610" algn="l">
              <a:spcBef>
                <a:spcPts val="550"/>
              </a:spcBef>
              <a:spcAft>
                <a:spcPts val="0"/>
              </a:spcAft>
              <a:buSzPts val="1260"/>
              <a:buChar char="🞑"/>
              <a:defRPr/>
            </a:lvl2pPr>
            <a:lvl3pPr marL="1371600" lvl="2" indent="-314325" algn="l">
              <a:spcBef>
                <a:spcPts val="500"/>
              </a:spcBef>
              <a:spcAft>
                <a:spcPts val="0"/>
              </a:spcAft>
              <a:buSzPts val="1350"/>
              <a:buChar char="■"/>
              <a:defRPr/>
            </a:lvl3pPr>
            <a:lvl4pPr marL="1828800" lvl="3" indent="-314325" algn="l">
              <a:spcBef>
                <a:spcPts val="400"/>
              </a:spcBef>
              <a:spcAft>
                <a:spcPts val="0"/>
              </a:spcAft>
              <a:buSzPts val="1350"/>
              <a:buChar char="■"/>
              <a:defRPr/>
            </a:lvl4pPr>
            <a:lvl5pPr marL="2286000" lvl="4" indent="-302895" algn="l">
              <a:spcBef>
                <a:spcPts val="400"/>
              </a:spcBef>
              <a:spcAft>
                <a:spcPts val="0"/>
              </a:spcAft>
              <a:buSzPts val="1170"/>
              <a:buChar char="■"/>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110" name="Google Shape;110;p15"/>
          <p:cNvSpPr txBox="1">
            <a:spLocks noGrp="1"/>
          </p:cNvSpPr>
          <p:nvPr>
            <p:ph type="body" idx="2"/>
          </p:nvPr>
        </p:nvSpPr>
        <p:spPr>
          <a:xfrm>
            <a:off x="6400800" y="2438400"/>
            <a:ext cx="5181600" cy="3581400"/>
          </a:xfrm>
          <a:prstGeom prst="rect">
            <a:avLst/>
          </a:prstGeom>
          <a:noFill/>
          <a:ln>
            <a:noFill/>
          </a:ln>
        </p:spPr>
        <p:txBody>
          <a:bodyPr spcFirstLastPara="1" wrap="square" lIns="91425" tIns="45700" rIns="91425" bIns="45700" anchor="t" anchorCtr="0">
            <a:noAutofit/>
          </a:bodyPr>
          <a:lstStyle>
            <a:lvl1pPr marL="457200" lvl="0" indent="-297180" algn="l">
              <a:spcBef>
                <a:spcPts val="700"/>
              </a:spcBef>
              <a:spcAft>
                <a:spcPts val="0"/>
              </a:spcAft>
              <a:buSzPts val="1080"/>
              <a:buChar char="◻"/>
              <a:defRPr/>
            </a:lvl1pPr>
            <a:lvl2pPr marL="914400" lvl="1" indent="-308610" algn="l">
              <a:spcBef>
                <a:spcPts val="550"/>
              </a:spcBef>
              <a:spcAft>
                <a:spcPts val="0"/>
              </a:spcAft>
              <a:buSzPts val="1260"/>
              <a:buChar char="🞑"/>
              <a:defRPr/>
            </a:lvl2pPr>
            <a:lvl3pPr marL="1371600" lvl="2" indent="-314325" algn="l">
              <a:spcBef>
                <a:spcPts val="500"/>
              </a:spcBef>
              <a:spcAft>
                <a:spcPts val="0"/>
              </a:spcAft>
              <a:buSzPts val="1350"/>
              <a:buChar char="■"/>
              <a:defRPr/>
            </a:lvl3pPr>
            <a:lvl4pPr marL="1828800" lvl="3" indent="-314325" algn="l">
              <a:spcBef>
                <a:spcPts val="400"/>
              </a:spcBef>
              <a:spcAft>
                <a:spcPts val="0"/>
              </a:spcAft>
              <a:buSzPts val="1350"/>
              <a:buChar char="■"/>
              <a:defRPr/>
            </a:lvl4pPr>
            <a:lvl5pPr marL="2286000" lvl="4" indent="-302895" algn="l">
              <a:spcBef>
                <a:spcPts val="400"/>
              </a:spcBef>
              <a:spcAft>
                <a:spcPts val="0"/>
              </a:spcAft>
              <a:buSzPts val="1170"/>
              <a:buChar char="■"/>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111" name="Google Shape;111;p15"/>
          <p:cNvSpPr txBox="1">
            <a:spLocks noGrp="1"/>
          </p:cNvSpPr>
          <p:nvPr>
            <p:ph type="body" idx="3"/>
          </p:nvPr>
        </p:nvSpPr>
        <p:spPr>
          <a:xfrm>
            <a:off x="812800" y="1752600"/>
            <a:ext cx="5181600" cy="640080"/>
          </a:xfrm>
          <a:prstGeom prst="rect">
            <a:avLst/>
          </a:prstGeom>
          <a:solidFill>
            <a:schemeClr val="accent2"/>
          </a:solidFill>
          <a:ln>
            <a:noFill/>
          </a:ln>
        </p:spPr>
        <p:txBody>
          <a:bodyPr spcFirstLastPara="1" wrap="square" lIns="91425" tIns="45700" rIns="91425" bIns="45700" anchor="ctr" anchorCtr="0">
            <a:noAutofit/>
          </a:bodyPr>
          <a:lstStyle>
            <a:lvl1pPr marL="457200" lvl="0" indent="-228600" algn="l">
              <a:spcBef>
                <a:spcPts val="700"/>
              </a:spcBef>
              <a:spcAft>
                <a:spcPts val="0"/>
              </a:spcAft>
              <a:buSzPts val="1200"/>
              <a:buFont typeface="Twentieth Century"/>
              <a:buNone/>
              <a:defRPr sz="2000" b="1">
                <a:solidFill>
                  <a:srgbClr val="FFFFFF"/>
                </a:solidFill>
              </a:defRPr>
            </a:lvl1pPr>
            <a:lvl2pPr marL="914400" lvl="1" indent="-308610" algn="l">
              <a:spcBef>
                <a:spcPts val="550"/>
              </a:spcBef>
              <a:spcAft>
                <a:spcPts val="0"/>
              </a:spcAft>
              <a:buSzPts val="1260"/>
              <a:buChar char="🞑"/>
              <a:defRPr/>
            </a:lvl2pPr>
            <a:lvl3pPr marL="1371600" lvl="2" indent="-314325" algn="l">
              <a:spcBef>
                <a:spcPts val="500"/>
              </a:spcBef>
              <a:spcAft>
                <a:spcPts val="0"/>
              </a:spcAft>
              <a:buSzPts val="1350"/>
              <a:buChar char="■"/>
              <a:defRPr/>
            </a:lvl3pPr>
            <a:lvl4pPr marL="1828800" lvl="3" indent="-314325" algn="l">
              <a:spcBef>
                <a:spcPts val="400"/>
              </a:spcBef>
              <a:spcAft>
                <a:spcPts val="0"/>
              </a:spcAft>
              <a:buSzPts val="1350"/>
              <a:buChar char="■"/>
              <a:defRPr/>
            </a:lvl4pPr>
            <a:lvl5pPr marL="2286000" lvl="4" indent="-302895" algn="l">
              <a:spcBef>
                <a:spcPts val="400"/>
              </a:spcBef>
              <a:spcAft>
                <a:spcPts val="0"/>
              </a:spcAft>
              <a:buSzPts val="1170"/>
              <a:buChar char="■"/>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112" name="Google Shape;112;p15"/>
          <p:cNvSpPr txBox="1">
            <a:spLocks noGrp="1"/>
          </p:cNvSpPr>
          <p:nvPr>
            <p:ph type="body" idx="4"/>
          </p:nvPr>
        </p:nvSpPr>
        <p:spPr>
          <a:xfrm>
            <a:off x="6400800" y="1752600"/>
            <a:ext cx="5181600" cy="640080"/>
          </a:xfrm>
          <a:prstGeom prst="rect">
            <a:avLst/>
          </a:prstGeom>
          <a:solidFill>
            <a:schemeClr val="accent4"/>
          </a:solidFill>
          <a:ln>
            <a:noFill/>
          </a:ln>
        </p:spPr>
        <p:txBody>
          <a:bodyPr spcFirstLastPara="1" wrap="square" lIns="91425" tIns="45700" rIns="91425" bIns="45700" anchor="ctr" anchorCtr="0">
            <a:noAutofit/>
          </a:bodyPr>
          <a:lstStyle>
            <a:lvl1pPr marL="457200" lvl="0" indent="-228600" algn="l">
              <a:spcBef>
                <a:spcPts val="700"/>
              </a:spcBef>
              <a:spcAft>
                <a:spcPts val="0"/>
              </a:spcAft>
              <a:buSzPts val="1200"/>
              <a:buFont typeface="Twentieth Century"/>
              <a:buNone/>
              <a:defRPr sz="2000" b="1">
                <a:solidFill>
                  <a:srgbClr val="FFFFFF"/>
                </a:solidFill>
              </a:defRPr>
            </a:lvl1pPr>
            <a:lvl2pPr marL="914400" lvl="1" indent="-308610" algn="l">
              <a:spcBef>
                <a:spcPts val="550"/>
              </a:spcBef>
              <a:spcAft>
                <a:spcPts val="0"/>
              </a:spcAft>
              <a:buSzPts val="1260"/>
              <a:buChar char="🞑"/>
              <a:defRPr/>
            </a:lvl2pPr>
            <a:lvl3pPr marL="1371600" lvl="2" indent="-314325" algn="l">
              <a:spcBef>
                <a:spcPts val="500"/>
              </a:spcBef>
              <a:spcAft>
                <a:spcPts val="0"/>
              </a:spcAft>
              <a:buSzPts val="1350"/>
              <a:buChar char="■"/>
              <a:defRPr/>
            </a:lvl3pPr>
            <a:lvl4pPr marL="1828800" lvl="3" indent="-314325" algn="l">
              <a:spcBef>
                <a:spcPts val="400"/>
              </a:spcBef>
              <a:spcAft>
                <a:spcPts val="0"/>
              </a:spcAft>
              <a:buSzPts val="1350"/>
              <a:buChar char="■"/>
              <a:defRPr/>
            </a:lvl4pPr>
            <a:lvl5pPr marL="2286000" lvl="4" indent="-302895" algn="l">
              <a:spcBef>
                <a:spcPts val="400"/>
              </a:spcBef>
              <a:spcAft>
                <a:spcPts val="0"/>
              </a:spcAft>
              <a:buSzPts val="1170"/>
              <a:buChar char="■"/>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113" name="Google Shape;113;p15"/>
          <p:cNvSpPr txBox="1">
            <a:spLocks noGrp="1"/>
          </p:cNvSpPr>
          <p:nvPr>
            <p:ph type="dt" idx="10"/>
          </p:nvPr>
        </p:nvSpPr>
        <p:spPr>
          <a:xfrm>
            <a:off x="8128000" y="6248401"/>
            <a:ext cx="35560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400">
                <a:solidFill>
                  <a:schemeClr val="dk2"/>
                </a:solidFill>
                <a:latin typeface="Twentieth Century"/>
                <a:ea typeface="Twentieth Century"/>
                <a:cs typeface="Twentieth Century"/>
                <a:sym typeface="Twentieth Century"/>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4" name="Google Shape;114;p15"/>
          <p:cNvSpPr txBox="1">
            <a:spLocks noGrp="1"/>
          </p:cNvSpPr>
          <p:nvPr>
            <p:ph type="sldNum" idx="12"/>
          </p:nvPr>
        </p:nvSpPr>
        <p:spPr>
          <a:xfrm>
            <a:off x="0" y="1271588"/>
            <a:ext cx="711200" cy="244475"/>
          </a:xfrm>
          <a:prstGeom prst="rect">
            <a:avLst/>
          </a:prstGeom>
          <a:noFill/>
          <a:ln>
            <a:noFill/>
          </a:ln>
        </p:spPr>
        <p:txBody>
          <a:bodyPr spcFirstLastPara="1" wrap="square" lIns="91425" tIns="45700" rIns="91425" bIns="45700" anchor="ctr" anchorCtr="0">
            <a:normAutofit/>
          </a:bodyPr>
          <a:lstStyle>
            <a:lvl1pPr marL="0" marR="0" lvl="0" indent="0" algn="ctr">
              <a:lnSpc>
                <a:spcPct val="100000"/>
              </a:lnSpc>
              <a:spcBef>
                <a:spcPts val="0"/>
              </a:spcBef>
              <a:spcAft>
                <a:spcPts val="0"/>
              </a:spcAft>
              <a:buClr>
                <a:srgbClr val="FFFFFF"/>
              </a:buClr>
              <a:buSzPts val="1400"/>
              <a:buFont typeface="Twentieth Century"/>
              <a:buNone/>
              <a:defRPr sz="1400" b="1" i="0" u="none">
                <a:solidFill>
                  <a:srgbClr val="FFFFFF"/>
                </a:solidFill>
                <a:latin typeface="Twentieth Century"/>
                <a:ea typeface="Twentieth Century"/>
                <a:cs typeface="Twentieth Century"/>
                <a:sym typeface="Twentieth Century"/>
              </a:defRPr>
            </a:lvl1pPr>
            <a:lvl2pPr marL="0" marR="0" lvl="1" indent="0" algn="ctr">
              <a:lnSpc>
                <a:spcPct val="100000"/>
              </a:lnSpc>
              <a:spcBef>
                <a:spcPts val="0"/>
              </a:spcBef>
              <a:spcAft>
                <a:spcPts val="0"/>
              </a:spcAft>
              <a:buClr>
                <a:srgbClr val="FFFFFF"/>
              </a:buClr>
              <a:buSzPts val="1400"/>
              <a:buFont typeface="Twentieth Century"/>
              <a:buNone/>
              <a:defRPr sz="1400" b="1" i="0" u="none">
                <a:solidFill>
                  <a:srgbClr val="FFFFFF"/>
                </a:solidFill>
                <a:latin typeface="Twentieth Century"/>
                <a:ea typeface="Twentieth Century"/>
                <a:cs typeface="Twentieth Century"/>
                <a:sym typeface="Twentieth Century"/>
              </a:defRPr>
            </a:lvl2pPr>
            <a:lvl3pPr marL="0" marR="0" lvl="2" indent="0" algn="ctr">
              <a:lnSpc>
                <a:spcPct val="100000"/>
              </a:lnSpc>
              <a:spcBef>
                <a:spcPts val="0"/>
              </a:spcBef>
              <a:spcAft>
                <a:spcPts val="0"/>
              </a:spcAft>
              <a:buClr>
                <a:srgbClr val="FFFFFF"/>
              </a:buClr>
              <a:buSzPts val="1400"/>
              <a:buFont typeface="Twentieth Century"/>
              <a:buNone/>
              <a:defRPr sz="1400" b="1" i="0" u="none">
                <a:solidFill>
                  <a:srgbClr val="FFFFFF"/>
                </a:solidFill>
                <a:latin typeface="Twentieth Century"/>
                <a:ea typeface="Twentieth Century"/>
                <a:cs typeface="Twentieth Century"/>
                <a:sym typeface="Twentieth Century"/>
              </a:defRPr>
            </a:lvl3pPr>
            <a:lvl4pPr marL="0" marR="0" lvl="3" indent="0" algn="ctr">
              <a:lnSpc>
                <a:spcPct val="100000"/>
              </a:lnSpc>
              <a:spcBef>
                <a:spcPts val="0"/>
              </a:spcBef>
              <a:spcAft>
                <a:spcPts val="0"/>
              </a:spcAft>
              <a:buClr>
                <a:srgbClr val="FFFFFF"/>
              </a:buClr>
              <a:buSzPts val="1400"/>
              <a:buFont typeface="Twentieth Century"/>
              <a:buNone/>
              <a:defRPr sz="1400" b="1" i="0" u="none">
                <a:solidFill>
                  <a:srgbClr val="FFFFFF"/>
                </a:solidFill>
                <a:latin typeface="Twentieth Century"/>
                <a:ea typeface="Twentieth Century"/>
                <a:cs typeface="Twentieth Century"/>
                <a:sym typeface="Twentieth Century"/>
              </a:defRPr>
            </a:lvl4pPr>
            <a:lvl5pPr marL="0" marR="0" lvl="4" indent="0" algn="ctr">
              <a:lnSpc>
                <a:spcPct val="100000"/>
              </a:lnSpc>
              <a:spcBef>
                <a:spcPts val="0"/>
              </a:spcBef>
              <a:spcAft>
                <a:spcPts val="0"/>
              </a:spcAft>
              <a:buClr>
                <a:srgbClr val="FFFFFF"/>
              </a:buClr>
              <a:buSzPts val="1400"/>
              <a:buFont typeface="Twentieth Century"/>
              <a:buNone/>
              <a:defRPr sz="1400" b="1" i="0" u="none">
                <a:solidFill>
                  <a:srgbClr val="FFFFFF"/>
                </a:solidFill>
                <a:latin typeface="Twentieth Century"/>
                <a:ea typeface="Twentieth Century"/>
                <a:cs typeface="Twentieth Century"/>
                <a:sym typeface="Twentieth Century"/>
              </a:defRPr>
            </a:lvl5pPr>
            <a:lvl6pPr marL="0" marR="0" lvl="5" indent="0" algn="ctr">
              <a:lnSpc>
                <a:spcPct val="100000"/>
              </a:lnSpc>
              <a:spcBef>
                <a:spcPts val="0"/>
              </a:spcBef>
              <a:spcAft>
                <a:spcPts val="0"/>
              </a:spcAft>
              <a:buClr>
                <a:srgbClr val="FFFFFF"/>
              </a:buClr>
              <a:buSzPts val="1400"/>
              <a:buFont typeface="Twentieth Century"/>
              <a:buNone/>
              <a:defRPr sz="1400" b="1" i="0" u="none">
                <a:solidFill>
                  <a:srgbClr val="FFFFFF"/>
                </a:solidFill>
                <a:latin typeface="Twentieth Century"/>
                <a:ea typeface="Twentieth Century"/>
                <a:cs typeface="Twentieth Century"/>
                <a:sym typeface="Twentieth Century"/>
              </a:defRPr>
            </a:lvl6pPr>
            <a:lvl7pPr marL="0" marR="0" lvl="6" indent="0" algn="ctr">
              <a:lnSpc>
                <a:spcPct val="100000"/>
              </a:lnSpc>
              <a:spcBef>
                <a:spcPts val="0"/>
              </a:spcBef>
              <a:spcAft>
                <a:spcPts val="0"/>
              </a:spcAft>
              <a:buClr>
                <a:srgbClr val="FFFFFF"/>
              </a:buClr>
              <a:buSzPts val="1400"/>
              <a:buFont typeface="Twentieth Century"/>
              <a:buNone/>
              <a:defRPr sz="1400" b="1" i="0" u="none">
                <a:solidFill>
                  <a:srgbClr val="FFFFFF"/>
                </a:solidFill>
                <a:latin typeface="Twentieth Century"/>
                <a:ea typeface="Twentieth Century"/>
                <a:cs typeface="Twentieth Century"/>
                <a:sym typeface="Twentieth Century"/>
              </a:defRPr>
            </a:lvl7pPr>
            <a:lvl8pPr marL="0" marR="0" lvl="7" indent="0" algn="ctr">
              <a:lnSpc>
                <a:spcPct val="100000"/>
              </a:lnSpc>
              <a:spcBef>
                <a:spcPts val="0"/>
              </a:spcBef>
              <a:spcAft>
                <a:spcPts val="0"/>
              </a:spcAft>
              <a:buClr>
                <a:srgbClr val="FFFFFF"/>
              </a:buClr>
              <a:buSzPts val="1400"/>
              <a:buFont typeface="Twentieth Century"/>
              <a:buNone/>
              <a:defRPr sz="1400" b="1" i="0" u="none">
                <a:solidFill>
                  <a:srgbClr val="FFFFFF"/>
                </a:solidFill>
                <a:latin typeface="Twentieth Century"/>
                <a:ea typeface="Twentieth Century"/>
                <a:cs typeface="Twentieth Century"/>
                <a:sym typeface="Twentieth Century"/>
              </a:defRPr>
            </a:lvl8pPr>
            <a:lvl9pPr marL="0" marR="0" lvl="8" indent="0" algn="ctr">
              <a:lnSpc>
                <a:spcPct val="100000"/>
              </a:lnSpc>
              <a:spcBef>
                <a:spcPts val="0"/>
              </a:spcBef>
              <a:spcAft>
                <a:spcPts val="0"/>
              </a:spcAft>
              <a:buClr>
                <a:srgbClr val="FFFFFF"/>
              </a:buClr>
              <a:buSzPts val="1400"/>
              <a:buFont typeface="Twentieth Century"/>
              <a:buNone/>
              <a:defRPr sz="1400" b="1" i="0" u="none">
                <a:solidFill>
                  <a:srgbClr val="FFFFFF"/>
                </a:solidFill>
                <a:latin typeface="Twentieth Century"/>
                <a:ea typeface="Twentieth Century"/>
                <a:cs typeface="Twentieth Century"/>
                <a:sym typeface="Twentieth Century"/>
              </a:defRPr>
            </a:lvl9pPr>
          </a:lstStyle>
          <a:p>
            <a:fld id="{00000000-1234-1234-1234-123412341234}" type="slidenum">
              <a:rPr lang="en-US" smtClean="0"/>
              <a:pPr/>
              <a:t>‹#›</a:t>
            </a:fld>
            <a:endParaRPr lang="en-US"/>
          </a:p>
        </p:txBody>
      </p:sp>
      <p:sp>
        <p:nvSpPr>
          <p:cNvPr id="115" name="Google Shape;115;p15"/>
          <p:cNvSpPr txBox="1">
            <a:spLocks noGrp="1"/>
          </p:cNvSpPr>
          <p:nvPr>
            <p:ph type="ftr" idx="11"/>
          </p:nvPr>
        </p:nvSpPr>
        <p:spPr>
          <a:xfrm>
            <a:off x="812800" y="6248401"/>
            <a:ext cx="7228416"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126"/>
        <p:cNvGrpSpPr/>
        <p:nvPr/>
      </p:nvGrpSpPr>
      <p:grpSpPr>
        <a:xfrm>
          <a:off x="0" y="0"/>
          <a:ext cx="0" cy="0"/>
          <a:chOff x="0" y="0"/>
          <a:chExt cx="0" cy="0"/>
        </a:xfrm>
      </p:grpSpPr>
      <p:sp>
        <p:nvSpPr>
          <p:cNvPr id="127" name="Google Shape;127;p17"/>
          <p:cNvSpPr txBox="1">
            <a:spLocks noGrp="1"/>
          </p:cNvSpPr>
          <p:nvPr>
            <p:ph type="body" idx="1"/>
          </p:nvPr>
        </p:nvSpPr>
        <p:spPr>
          <a:xfrm>
            <a:off x="2133600" y="5486400"/>
            <a:ext cx="9753600" cy="685800"/>
          </a:xfrm>
          <a:prstGeom prst="rect">
            <a:avLst/>
          </a:prstGeom>
          <a:noFill/>
          <a:ln>
            <a:noFill/>
          </a:ln>
        </p:spPr>
        <p:txBody>
          <a:bodyPr spcFirstLastPara="1" wrap="square" lIns="91425" tIns="45700" rIns="91425" bIns="45700" anchor="t" anchorCtr="0">
            <a:noAutofit/>
          </a:bodyPr>
          <a:lstStyle>
            <a:lvl1pPr marL="457200" lvl="0" indent="-228600" algn="l">
              <a:spcBef>
                <a:spcPts val="700"/>
              </a:spcBef>
              <a:spcAft>
                <a:spcPts val="0"/>
              </a:spcAft>
              <a:buSzPts val="1020"/>
              <a:buFont typeface="Twentieth Century"/>
              <a:buNone/>
              <a:defRPr sz="1700"/>
            </a:lvl1pPr>
            <a:lvl2pPr marL="914400" lvl="1" indent="-228600" algn="l">
              <a:spcBef>
                <a:spcPts val="550"/>
              </a:spcBef>
              <a:spcAft>
                <a:spcPts val="0"/>
              </a:spcAft>
              <a:buSzPts val="840"/>
              <a:buFont typeface="Twentieth Century"/>
              <a:buNone/>
              <a:defRPr sz="1200"/>
            </a:lvl2pPr>
            <a:lvl3pPr marL="1371600" lvl="2" indent="-228600" algn="l">
              <a:spcBef>
                <a:spcPts val="500"/>
              </a:spcBef>
              <a:spcAft>
                <a:spcPts val="0"/>
              </a:spcAft>
              <a:buSzPts val="750"/>
              <a:buFont typeface="Twentieth Century"/>
              <a:buNone/>
              <a:defRPr sz="1000"/>
            </a:lvl3pPr>
            <a:lvl4pPr marL="1828800" lvl="3" indent="-228600" algn="l">
              <a:spcBef>
                <a:spcPts val="400"/>
              </a:spcBef>
              <a:spcAft>
                <a:spcPts val="0"/>
              </a:spcAft>
              <a:buSzPts val="675"/>
              <a:buFont typeface="Twentieth Century"/>
              <a:buNone/>
              <a:defRPr sz="900"/>
            </a:lvl4pPr>
            <a:lvl5pPr marL="2286000" lvl="4" indent="-228600" algn="l">
              <a:spcBef>
                <a:spcPts val="400"/>
              </a:spcBef>
              <a:spcAft>
                <a:spcPts val="0"/>
              </a:spcAft>
              <a:buSzPts val="585"/>
              <a:buFont typeface="Twentieth Century"/>
              <a:buNone/>
              <a:defRPr sz="900"/>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128" name="Google Shape;128;p17"/>
          <p:cNvSpPr txBox="1">
            <a:spLocks noGrp="1"/>
          </p:cNvSpPr>
          <p:nvPr>
            <p:ph type="title"/>
          </p:nvPr>
        </p:nvSpPr>
        <p:spPr>
          <a:xfrm>
            <a:off x="2133600" y="4648200"/>
            <a:ext cx="9753600" cy="6858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FFFFFF"/>
              </a:buClr>
              <a:buSzPts val="2800"/>
              <a:buFont typeface="Twentieth Century"/>
              <a:buNone/>
              <a:defRPr sz="2800" b="0">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9" name="Google Shape;129;p17"/>
          <p:cNvSpPr>
            <a:spLocks noGrp="1"/>
          </p:cNvSpPr>
          <p:nvPr>
            <p:ph type="pic" idx="2"/>
          </p:nvPr>
        </p:nvSpPr>
        <p:spPr>
          <a:xfrm>
            <a:off x="2080768" y="0"/>
            <a:ext cx="10111232" cy="4568952"/>
          </a:xfrm>
          <a:prstGeom prst="rect">
            <a:avLst/>
          </a:prstGeom>
          <a:solidFill>
            <a:srgbClr val="DCE5EE"/>
          </a:solidFill>
          <a:ln>
            <a:noFill/>
          </a:ln>
        </p:spPr>
        <p:txBody>
          <a:bodyPr/>
          <a:lstStyle/>
          <a:p>
            <a:endParaRPr lang="en-IN"/>
          </a:p>
        </p:txBody>
      </p:sp>
      <p:sp>
        <p:nvSpPr>
          <p:cNvPr id="130" name="Google Shape;130;p17"/>
          <p:cNvSpPr txBox="1">
            <a:spLocks noGrp="1"/>
          </p:cNvSpPr>
          <p:nvPr>
            <p:ph type="dt" idx="10"/>
          </p:nvPr>
        </p:nvSpPr>
        <p:spPr>
          <a:xfrm>
            <a:off x="8331200" y="6248401"/>
            <a:ext cx="35560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400">
                <a:solidFill>
                  <a:schemeClr val="dk2"/>
                </a:solidFill>
                <a:latin typeface="Twentieth Century"/>
                <a:ea typeface="Twentieth Century"/>
                <a:cs typeface="Twentieth Century"/>
                <a:sym typeface="Twentieth Century"/>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1" name="Google Shape;131;p17"/>
          <p:cNvSpPr txBox="1">
            <a:spLocks noGrp="1"/>
          </p:cNvSpPr>
          <p:nvPr>
            <p:ph type="sldNum" idx="12"/>
          </p:nvPr>
        </p:nvSpPr>
        <p:spPr>
          <a:xfrm>
            <a:off x="0" y="4667251"/>
            <a:ext cx="1930400" cy="663575"/>
          </a:xfrm>
          <a:prstGeom prst="rect">
            <a:avLst/>
          </a:prstGeom>
          <a:noFill/>
          <a:ln>
            <a:noFill/>
          </a:ln>
        </p:spPr>
        <p:txBody>
          <a:bodyPr spcFirstLastPara="1" wrap="square" lIns="91425" tIns="45700" rIns="91425" bIns="45700" anchor="ctr" anchorCtr="0">
            <a:normAutofit/>
          </a:bodyPr>
          <a:lstStyle>
            <a:lvl1pPr marL="0" marR="0" lvl="0" indent="0" algn="ctr">
              <a:lnSpc>
                <a:spcPct val="100000"/>
              </a:lnSpc>
              <a:spcBef>
                <a:spcPts val="0"/>
              </a:spcBef>
              <a:spcAft>
                <a:spcPts val="0"/>
              </a:spcAft>
              <a:buClr>
                <a:srgbClr val="FFFFFF"/>
              </a:buClr>
              <a:buSzPts val="2800"/>
              <a:buFont typeface="Twentieth Century"/>
              <a:buNone/>
              <a:defRPr sz="2800" b="1" i="0" u="none">
                <a:solidFill>
                  <a:srgbClr val="FFFFFF"/>
                </a:solidFill>
                <a:latin typeface="Twentieth Century"/>
                <a:ea typeface="Twentieth Century"/>
                <a:cs typeface="Twentieth Century"/>
                <a:sym typeface="Twentieth Century"/>
              </a:defRPr>
            </a:lvl1pPr>
            <a:lvl2pPr marL="0" marR="0" lvl="1" indent="0" algn="ctr">
              <a:lnSpc>
                <a:spcPct val="100000"/>
              </a:lnSpc>
              <a:spcBef>
                <a:spcPts val="0"/>
              </a:spcBef>
              <a:spcAft>
                <a:spcPts val="0"/>
              </a:spcAft>
              <a:buClr>
                <a:srgbClr val="FFFFFF"/>
              </a:buClr>
              <a:buSzPts val="2800"/>
              <a:buFont typeface="Twentieth Century"/>
              <a:buNone/>
              <a:defRPr sz="2800" b="1" i="0" u="none">
                <a:solidFill>
                  <a:srgbClr val="FFFFFF"/>
                </a:solidFill>
                <a:latin typeface="Twentieth Century"/>
                <a:ea typeface="Twentieth Century"/>
                <a:cs typeface="Twentieth Century"/>
                <a:sym typeface="Twentieth Century"/>
              </a:defRPr>
            </a:lvl2pPr>
            <a:lvl3pPr marL="0" marR="0" lvl="2" indent="0" algn="ctr">
              <a:lnSpc>
                <a:spcPct val="100000"/>
              </a:lnSpc>
              <a:spcBef>
                <a:spcPts val="0"/>
              </a:spcBef>
              <a:spcAft>
                <a:spcPts val="0"/>
              </a:spcAft>
              <a:buClr>
                <a:srgbClr val="FFFFFF"/>
              </a:buClr>
              <a:buSzPts val="2800"/>
              <a:buFont typeface="Twentieth Century"/>
              <a:buNone/>
              <a:defRPr sz="2800" b="1" i="0" u="none">
                <a:solidFill>
                  <a:srgbClr val="FFFFFF"/>
                </a:solidFill>
                <a:latin typeface="Twentieth Century"/>
                <a:ea typeface="Twentieth Century"/>
                <a:cs typeface="Twentieth Century"/>
                <a:sym typeface="Twentieth Century"/>
              </a:defRPr>
            </a:lvl3pPr>
            <a:lvl4pPr marL="0" marR="0" lvl="3" indent="0" algn="ctr">
              <a:lnSpc>
                <a:spcPct val="100000"/>
              </a:lnSpc>
              <a:spcBef>
                <a:spcPts val="0"/>
              </a:spcBef>
              <a:spcAft>
                <a:spcPts val="0"/>
              </a:spcAft>
              <a:buClr>
                <a:srgbClr val="FFFFFF"/>
              </a:buClr>
              <a:buSzPts val="2800"/>
              <a:buFont typeface="Twentieth Century"/>
              <a:buNone/>
              <a:defRPr sz="2800" b="1" i="0" u="none">
                <a:solidFill>
                  <a:srgbClr val="FFFFFF"/>
                </a:solidFill>
                <a:latin typeface="Twentieth Century"/>
                <a:ea typeface="Twentieth Century"/>
                <a:cs typeface="Twentieth Century"/>
                <a:sym typeface="Twentieth Century"/>
              </a:defRPr>
            </a:lvl4pPr>
            <a:lvl5pPr marL="0" marR="0" lvl="4" indent="0" algn="ctr">
              <a:lnSpc>
                <a:spcPct val="100000"/>
              </a:lnSpc>
              <a:spcBef>
                <a:spcPts val="0"/>
              </a:spcBef>
              <a:spcAft>
                <a:spcPts val="0"/>
              </a:spcAft>
              <a:buClr>
                <a:srgbClr val="FFFFFF"/>
              </a:buClr>
              <a:buSzPts val="2800"/>
              <a:buFont typeface="Twentieth Century"/>
              <a:buNone/>
              <a:defRPr sz="2800" b="1" i="0" u="none">
                <a:solidFill>
                  <a:srgbClr val="FFFFFF"/>
                </a:solidFill>
                <a:latin typeface="Twentieth Century"/>
                <a:ea typeface="Twentieth Century"/>
                <a:cs typeface="Twentieth Century"/>
                <a:sym typeface="Twentieth Century"/>
              </a:defRPr>
            </a:lvl5pPr>
            <a:lvl6pPr marL="0" marR="0" lvl="5" indent="0" algn="ctr">
              <a:lnSpc>
                <a:spcPct val="100000"/>
              </a:lnSpc>
              <a:spcBef>
                <a:spcPts val="0"/>
              </a:spcBef>
              <a:spcAft>
                <a:spcPts val="0"/>
              </a:spcAft>
              <a:buClr>
                <a:srgbClr val="FFFFFF"/>
              </a:buClr>
              <a:buSzPts val="2800"/>
              <a:buFont typeface="Twentieth Century"/>
              <a:buNone/>
              <a:defRPr sz="2800" b="1" i="0" u="none">
                <a:solidFill>
                  <a:srgbClr val="FFFFFF"/>
                </a:solidFill>
                <a:latin typeface="Twentieth Century"/>
                <a:ea typeface="Twentieth Century"/>
                <a:cs typeface="Twentieth Century"/>
                <a:sym typeface="Twentieth Century"/>
              </a:defRPr>
            </a:lvl6pPr>
            <a:lvl7pPr marL="0" marR="0" lvl="6" indent="0" algn="ctr">
              <a:lnSpc>
                <a:spcPct val="100000"/>
              </a:lnSpc>
              <a:spcBef>
                <a:spcPts val="0"/>
              </a:spcBef>
              <a:spcAft>
                <a:spcPts val="0"/>
              </a:spcAft>
              <a:buClr>
                <a:srgbClr val="FFFFFF"/>
              </a:buClr>
              <a:buSzPts val="2800"/>
              <a:buFont typeface="Twentieth Century"/>
              <a:buNone/>
              <a:defRPr sz="2800" b="1" i="0" u="none">
                <a:solidFill>
                  <a:srgbClr val="FFFFFF"/>
                </a:solidFill>
                <a:latin typeface="Twentieth Century"/>
                <a:ea typeface="Twentieth Century"/>
                <a:cs typeface="Twentieth Century"/>
                <a:sym typeface="Twentieth Century"/>
              </a:defRPr>
            </a:lvl7pPr>
            <a:lvl8pPr marL="0" marR="0" lvl="7" indent="0" algn="ctr">
              <a:lnSpc>
                <a:spcPct val="100000"/>
              </a:lnSpc>
              <a:spcBef>
                <a:spcPts val="0"/>
              </a:spcBef>
              <a:spcAft>
                <a:spcPts val="0"/>
              </a:spcAft>
              <a:buClr>
                <a:srgbClr val="FFFFFF"/>
              </a:buClr>
              <a:buSzPts val="2800"/>
              <a:buFont typeface="Twentieth Century"/>
              <a:buNone/>
              <a:defRPr sz="2800" b="1" i="0" u="none">
                <a:solidFill>
                  <a:srgbClr val="FFFFFF"/>
                </a:solidFill>
                <a:latin typeface="Twentieth Century"/>
                <a:ea typeface="Twentieth Century"/>
                <a:cs typeface="Twentieth Century"/>
                <a:sym typeface="Twentieth Century"/>
              </a:defRPr>
            </a:lvl8pPr>
            <a:lvl9pPr marL="0" marR="0" lvl="8" indent="0" algn="ctr">
              <a:lnSpc>
                <a:spcPct val="100000"/>
              </a:lnSpc>
              <a:spcBef>
                <a:spcPts val="0"/>
              </a:spcBef>
              <a:spcAft>
                <a:spcPts val="0"/>
              </a:spcAft>
              <a:buClr>
                <a:srgbClr val="FFFFFF"/>
              </a:buClr>
              <a:buSzPts val="2800"/>
              <a:buFont typeface="Twentieth Century"/>
              <a:buNone/>
              <a:defRPr sz="2800" b="1" i="0" u="none">
                <a:solidFill>
                  <a:srgbClr val="FFFFFF"/>
                </a:solidFill>
                <a:latin typeface="Twentieth Century"/>
                <a:ea typeface="Twentieth Century"/>
                <a:cs typeface="Twentieth Century"/>
                <a:sym typeface="Twentieth Century"/>
              </a:defRPr>
            </a:lvl9pPr>
          </a:lstStyle>
          <a:p>
            <a:fld id="{00000000-1234-1234-1234-123412341234}" type="slidenum">
              <a:rPr lang="en-US" smtClean="0"/>
              <a:pPr/>
              <a:t>‹#›</a:t>
            </a:fld>
            <a:endParaRPr lang="en-US"/>
          </a:p>
        </p:txBody>
      </p:sp>
      <p:sp>
        <p:nvSpPr>
          <p:cNvPr id="132" name="Google Shape;132;p17"/>
          <p:cNvSpPr txBox="1">
            <a:spLocks noGrp="1"/>
          </p:cNvSpPr>
          <p:nvPr>
            <p:ph type="ftr" idx="11"/>
          </p:nvPr>
        </p:nvSpPr>
        <p:spPr>
          <a:xfrm>
            <a:off x="2133600" y="6248401"/>
            <a:ext cx="60960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142"/>
        <p:cNvGrpSpPr/>
        <p:nvPr/>
      </p:nvGrpSpPr>
      <p:grpSpPr>
        <a:xfrm>
          <a:off x="0" y="0"/>
          <a:ext cx="0" cy="0"/>
          <a:chOff x="0" y="0"/>
          <a:chExt cx="0" cy="0"/>
        </a:xfrm>
      </p:grpSpPr>
      <p:sp>
        <p:nvSpPr>
          <p:cNvPr id="143" name="Google Shape;143;p19"/>
          <p:cNvSpPr txBox="1">
            <a:spLocks noGrp="1"/>
          </p:cNvSpPr>
          <p:nvPr>
            <p:ph type="title"/>
          </p:nvPr>
        </p:nvSpPr>
        <p:spPr>
          <a:xfrm rot="5400000">
            <a:off x="7350920" y="1996282"/>
            <a:ext cx="5516563" cy="2743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4" name="Google Shape;144;p19"/>
          <p:cNvSpPr txBox="1">
            <a:spLocks noGrp="1"/>
          </p:cNvSpPr>
          <p:nvPr>
            <p:ph type="body" idx="1"/>
          </p:nvPr>
        </p:nvSpPr>
        <p:spPr>
          <a:xfrm rot="5400000">
            <a:off x="1559718" y="-340518"/>
            <a:ext cx="5516564" cy="7416800"/>
          </a:xfrm>
          <a:prstGeom prst="rect">
            <a:avLst/>
          </a:prstGeom>
          <a:noFill/>
          <a:ln>
            <a:noFill/>
          </a:ln>
        </p:spPr>
        <p:txBody>
          <a:bodyPr spcFirstLastPara="1" wrap="square" lIns="91425" tIns="45700" rIns="91425" bIns="45700" anchor="t" anchorCtr="0">
            <a:noAutofit/>
          </a:bodyPr>
          <a:lstStyle>
            <a:lvl1pPr marL="457200" lvl="0" indent="-297180" algn="l">
              <a:spcBef>
                <a:spcPts val="700"/>
              </a:spcBef>
              <a:spcAft>
                <a:spcPts val="0"/>
              </a:spcAft>
              <a:buSzPts val="1080"/>
              <a:buChar char="◻"/>
              <a:defRPr/>
            </a:lvl1pPr>
            <a:lvl2pPr marL="914400" lvl="1" indent="-308610" algn="l">
              <a:spcBef>
                <a:spcPts val="550"/>
              </a:spcBef>
              <a:spcAft>
                <a:spcPts val="0"/>
              </a:spcAft>
              <a:buSzPts val="1260"/>
              <a:buChar char="🞑"/>
              <a:defRPr/>
            </a:lvl2pPr>
            <a:lvl3pPr marL="1371600" lvl="2" indent="-314325" algn="l">
              <a:spcBef>
                <a:spcPts val="500"/>
              </a:spcBef>
              <a:spcAft>
                <a:spcPts val="0"/>
              </a:spcAft>
              <a:buSzPts val="1350"/>
              <a:buChar char="■"/>
              <a:defRPr/>
            </a:lvl3pPr>
            <a:lvl4pPr marL="1828800" lvl="3" indent="-314325" algn="l">
              <a:spcBef>
                <a:spcPts val="400"/>
              </a:spcBef>
              <a:spcAft>
                <a:spcPts val="0"/>
              </a:spcAft>
              <a:buSzPts val="1350"/>
              <a:buChar char="■"/>
              <a:defRPr/>
            </a:lvl4pPr>
            <a:lvl5pPr marL="2286000" lvl="4" indent="-302895" algn="l">
              <a:spcBef>
                <a:spcPts val="400"/>
              </a:spcBef>
              <a:spcAft>
                <a:spcPts val="0"/>
              </a:spcAft>
              <a:buSzPts val="1170"/>
              <a:buChar char="■"/>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145" name="Google Shape;145;p19"/>
          <p:cNvSpPr txBox="1">
            <a:spLocks noGrp="1"/>
          </p:cNvSpPr>
          <p:nvPr>
            <p:ph type="dt" idx="10"/>
          </p:nvPr>
        </p:nvSpPr>
        <p:spPr>
          <a:xfrm>
            <a:off x="8737600" y="6248401"/>
            <a:ext cx="2946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400">
                <a:solidFill>
                  <a:schemeClr val="dk2"/>
                </a:solidFill>
                <a:latin typeface="Twentieth Century"/>
                <a:ea typeface="Twentieth Century"/>
                <a:cs typeface="Twentieth Century"/>
                <a:sym typeface="Twentieth Century"/>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6" name="Google Shape;146;p19"/>
          <p:cNvSpPr txBox="1">
            <a:spLocks noGrp="1"/>
          </p:cNvSpPr>
          <p:nvPr>
            <p:ph type="ftr" idx="11"/>
          </p:nvPr>
        </p:nvSpPr>
        <p:spPr>
          <a:xfrm>
            <a:off x="609600" y="6248401"/>
            <a:ext cx="7431616"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7" name="Google Shape;147;p19"/>
          <p:cNvSpPr txBox="1">
            <a:spLocks noGrp="1"/>
          </p:cNvSpPr>
          <p:nvPr>
            <p:ph type="sldNum" idx="12"/>
          </p:nvPr>
        </p:nvSpPr>
        <p:spPr>
          <a:xfrm rot="5400000">
            <a:off x="8075083" y="103717"/>
            <a:ext cx="533400" cy="325967"/>
          </a:xfrm>
          <a:prstGeom prst="rect">
            <a:avLst/>
          </a:prstGeom>
          <a:noFill/>
          <a:ln>
            <a:noFill/>
          </a:ln>
        </p:spPr>
        <p:txBody>
          <a:bodyPr spcFirstLastPara="1" wrap="square" lIns="91425" tIns="45700" rIns="91425" bIns="45700" anchor="ctr" anchorCtr="0">
            <a:normAutofit/>
          </a:bodyPr>
          <a:lstStyle>
            <a:lvl1pPr marL="0" marR="0" lvl="0" indent="0" algn="ctr">
              <a:lnSpc>
                <a:spcPct val="100000"/>
              </a:lnSpc>
              <a:spcBef>
                <a:spcPts val="0"/>
              </a:spcBef>
              <a:spcAft>
                <a:spcPts val="0"/>
              </a:spcAft>
              <a:buClr>
                <a:srgbClr val="FFFFFF"/>
              </a:buClr>
              <a:buSzPts val="1400"/>
              <a:buFont typeface="Twentieth Century"/>
              <a:buNone/>
              <a:defRPr sz="1400" b="1" i="0" u="none">
                <a:solidFill>
                  <a:srgbClr val="FFFFFF"/>
                </a:solidFill>
                <a:latin typeface="Twentieth Century"/>
                <a:ea typeface="Twentieth Century"/>
                <a:cs typeface="Twentieth Century"/>
                <a:sym typeface="Twentieth Century"/>
              </a:defRPr>
            </a:lvl1pPr>
            <a:lvl2pPr marL="0" marR="0" lvl="1" indent="0" algn="ctr">
              <a:lnSpc>
                <a:spcPct val="100000"/>
              </a:lnSpc>
              <a:spcBef>
                <a:spcPts val="0"/>
              </a:spcBef>
              <a:spcAft>
                <a:spcPts val="0"/>
              </a:spcAft>
              <a:buClr>
                <a:srgbClr val="FFFFFF"/>
              </a:buClr>
              <a:buSzPts val="1400"/>
              <a:buFont typeface="Twentieth Century"/>
              <a:buNone/>
              <a:defRPr sz="1400" b="1" i="0" u="none">
                <a:solidFill>
                  <a:srgbClr val="FFFFFF"/>
                </a:solidFill>
                <a:latin typeface="Twentieth Century"/>
                <a:ea typeface="Twentieth Century"/>
                <a:cs typeface="Twentieth Century"/>
                <a:sym typeface="Twentieth Century"/>
              </a:defRPr>
            </a:lvl2pPr>
            <a:lvl3pPr marL="0" marR="0" lvl="2" indent="0" algn="ctr">
              <a:lnSpc>
                <a:spcPct val="100000"/>
              </a:lnSpc>
              <a:spcBef>
                <a:spcPts val="0"/>
              </a:spcBef>
              <a:spcAft>
                <a:spcPts val="0"/>
              </a:spcAft>
              <a:buClr>
                <a:srgbClr val="FFFFFF"/>
              </a:buClr>
              <a:buSzPts val="1400"/>
              <a:buFont typeface="Twentieth Century"/>
              <a:buNone/>
              <a:defRPr sz="1400" b="1" i="0" u="none">
                <a:solidFill>
                  <a:srgbClr val="FFFFFF"/>
                </a:solidFill>
                <a:latin typeface="Twentieth Century"/>
                <a:ea typeface="Twentieth Century"/>
                <a:cs typeface="Twentieth Century"/>
                <a:sym typeface="Twentieth Century"/>
              </a:defRPr>
            </a:lvl3pPr>
            <a:lvl4pPr marL="0" marR="0" lvl="3" indent="0" algn="ctr">
              <a:lnSpc>
                <a:spcPct val="100000"/>
              </a:lnSpc>
              <a:spcBef>
                <a:spcPts val="0"/>
              </a:spcBef>
              <a:spcAft>
                <a:spcPts val="0"/>
              </a:spcAft>
              <a:buClr>
                <a:srgbClr val="FFFFFF"/>
              </a:buClr>
              <a:buSzPts val="1400"/>
              <a:buFont typeface="Twentieth Century"/>
              <a:buNone/>
              <a:defRPr sz="1400" b="1" i="0" u="none">
                <a:solidFill>
                  <a:srgbClr val="FFFFFF"/>
                </a:solidFill>
                <a:latin typeface="Twentieth Century"/>
                <a:ea typeface="Twentieth Century"/>
                <a:cs typeface="Twentieth Century"/>
                <a:sym typeface="Twentieth Century"/>
              </a:defRPr>
            </a:lvl4pPr>
            <a:lvl5pPr marL="0" marR="0" lvl="4" indent="0" algn="ctr">
              <a:lnSpc>
                <a:spcPct val="100000"/>
              </a:lnSpc>
              <a:spcBef>
                <a:spcPts val="0"/>
              </a:spcBef>
              <a:spcAft>
                <a:spcPts val="0"/>
              </a:spcAft>
              <a:buClr>
                <a:srgbClr val="FFFFFF"/>
              </a:buClr>
              <a:buSzPts val="1400"/>
              <a:buFont typeface="Twentieth Century"/>
              <a:buNone/>
              <a:defRPr sz="1400" b="1" i="0" u="none">
                <a:solidFill>
                  <a:srgbClr val="FFFFFF"/>
                </a:solidFill>
                <a:latin typeface="Twentieth Century"/>
                <a:ea typeface="Twentieth Century"/>
                <a:cs typeface="Twentieth Century"/>
                <a:sym typeface="Twentieth Century"/>
              </a:defRPr>
            </a:lvl5pPr>
            <a:lvl6pPr marL="0" marR="0" lvl="5" indent="0" algn="ctr">
              <a:lnSpc>
                <a:spcPct val="100000"/>
              </a:lnSpc>
              <a:spcBef>
                <a:spcPts val="0"/>
              </a:spcBef>
              <a:spcAft>
                <a:spcPts val="0"/>
              </a:spcAft>
              <a:buClr>
                <a:srgbClr val="FFFFFF"/>
              </a:buClr>
              <a:buSzPts val="1400"/>
              <a:buFont typeface="Twentieth Century"/>
              <a:buNone/>
              <a:defRPr sz="1400" b="1" i="0" u="none">
                <a:solidFill>
                  <a:srgbClr val="FFFFFF"/>
                </a:solidFill>
                <a:latin typeface="Twentieth Century"/>
                <a:ea typeface="Twentieth Century"/>
                <a:cs typeface="Twentieth Century"/>
                <a:sym typeface="Twentieth Century"/>
              </a:defRPr>
            </a:lvl6pPr>
            <a:lvl7pPr marL="0" marR="0" lvl="6" indent="0" algn="ctr">
              <a:lnSpc>
                <a:spcPct val="100000"/>
              </a:lnSpc>
              <a:spcBef>
                <a:spcPts val="0"/>
              </a:spcBef>
              <a:spcAft>
                <a:spcPts val="0"/>
              </a:spcAft>
              <a:buClr>
                <a:srgbClr val="FFFFFF"/>
              </a:buClr>
              <a:buSzPts val="1400"/>
              <a:buFont typeface="Twentieth Century"/>
              <a:buNone/>
              <a:defRPr sz="1400" b="1" i="0" u="none">
                <a:solidFill>
                  <a:srgbClr val="FFFFFF"/>
                </a:solidFill>
                <a:latin typeface="Twentieth Century"/>
                <a:ea typeface="Twentieth Century"/>
                <a:cs typeface="Twentieth Century"/>
                <a:sym typeface="Twentieth Century"/>
              </a:defRPr>
            </a:lvl7pPr>
            <a:lvl8pPr marL="0" marR="0" lvl="7" indent="0" algn="ctr">
              <a:lnSpc>
                <a:spcPct val="100000"/>
              </a:lnSpc>
              <a:spcBef>
                <a:spcPts val="0"/>
              </a:spcBef>
              <a:spcAft>
                <a:spcPts val="0"/>
              </a:spcAft>
              <a:buClr>
                <a:srgbClr val="FFFFFF"/>
              </a:buClr>
              <a:buSzPts val="1400"/>
              <a:buFont typeface="Twentieth Century"/>
              <a:buNone/>
              <a:defRPr sz="1400" b="1" i="0" u="none">
                <a:solidFill>
                  <a:srgbClr val="FFFFFF"/>
                </a:solidFill>
                <a:latin typeface="Twentieth Century"/>
                <a:ea typeface="Twentieth Century"/>
                <a:cs typeface="Twentieth Century"/>
                <a:sym typeface="Twentieth Century"/>
              </a:defRPr>
            </a:lvl8pPr>
            <a:lvl9pPr marL="0" marR="0" lvl="8" indent="0" algn="ctr">
              <a:lnSpc>
                <a:spcPct val="100000"/>
              </a:lnSpc>
              <a:spcBef>
                <a:spcPts val="0"/>
              </a:spcBef>
              <a:spcAft>
                <a:spcPts val="0"/>
              </a:spcAft>
              <a:buClr>
                <a:srgbClr val="FFFFFF"/>
              </a:buClr>
              <a:buSzPts val="1400"/>
              <a:buFont typeface="Twentieth Century"/>
              <a:buNone/>
              <a:defRPr sz="1400" b="1" i="0" u="none">
                <a:solidFill>
                  <a:srgbClr val="FFFFFF"/>
                </a:solidFill>
                <a:latin typeface="Twentieth Century"/>
                <a:ea typeface="Twentieth Century"/>
                <a:cs typeface="Twentieth Century"/>
                <a:sym typeface="Twentieth Century"/>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8"/>
        <p:cNvGrpSpPr/>
        <p:nvPr/>
      </p:nvGrpSpPr>
      <p:grpSpPr>
        <a:xfrm>
          <a:off x="0" y="0"/>
          <a:ext cx="0" cy="0"/>
          <a:chOff x="0" y="0"/>
          <a:chExt cx="0" cy="0"/>
        </a:xfrm>
      </p:grpSpPr>
      <p:sp>
        <p:nvSpPr>
          <p:cNvPr id="19" name="Google Shape;19;p2"/>
          <p:cNvSpPr txBox="1">
            <a:spLocks noGrp="1"/>
          </p:cNvSpPr>
          <p:nvPr>
            <p:ph type="ctrTitle"/>
          </p:nvPr>
        </p:nvSpPr>
        <p:spPr>
          <a:xfrm>
            <a:off x="3149600" y="4038600"/>
            <a:ext cx="8636000" cy="18288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
          <p:cNvSpPr txBox="1">
            <a:spLocks noGrp="1"/>
          </p:cNvSpPr>
          <p:nvPr>
            <p:ph type="subTitle" idx="1"/>
          </p:nvPr>
        </p:nvSpPr>
        <p:spPr>
          <a:xfrm>
            <a:off x="3149600" y="6050037"/>
            <a:ext cx="8940800" cy="685800"/>
          </a:xfrm>
          <a:prstGeom prst="rect">
            <a:avLst/>
          </a:prstGeom>
          <a:noFill/>
          <a:ln>
            <a:noFill/>
          </a:ln>
        </p:spPr>
        <p:txBody>
          <a:bodyPr spcFirstLastPara="1" wrap="square" lIns="91425" tIns="45700" rIns="91425" bIns="45700" anchor="ctr" anchorCtr="0">
            <a:normAutofit/>
          </a:bodyPr>
          <a:lstStyle>
            <a:lvl1pPr lvl="0" algn="l">
              <a:spcBef>
                <a:spcPts val="700"/>
              </a:spcBef>
              <a:spcAft>
                <a:spcPts val="0"/>
              </a:spcAft>
              <a:buSzPts val="1560"/>
              <a:buNone/>
              <a:defRPr sz="2600">
                <a:solidFill>
                  <a:srgbClr val="FFFFFF"/>
                </a:solidFill>
              </a:defRPr>
            </a:lvl1pPr>
            <a:lvl2pPr lvl="1" algn="ctr">
              <a:spcBef>
                <a:spcPts val="550"/>
              </a:spcBef>
              <a:spcAft>
                <a:spcPts val="0"/>
              </a:spcAft>
              <a:buSzPts val="1260"/>
              <a:buNone/>
              <a:defRPr/>
            </a:lvl2pPr>
            <a:lvl3pPr lvl="2" algn="ctr">
              <a:spcBef>
                <a:spcPts val="500"/>
              </a:spcBef>
              <a:spcAft>
                <a:spcPts val="0"/>
              </a:spcAft>
              <a:buSzPts val="1350"/>
              <a:buNone/>
              <a:defRPr/>
            </a:lvl3pPr>
            <a:lvl4pPr lvl="3" algn="ctr">
              <a:spcBef>
                <a:spcPts val="400"/>
              </a:spcBef>
              <a:spcAft>
                <a:spcPts val="0"/>
              </a:spcAft>
              <a:buSzPts val="1350"/>
              <a:buNone/>
              <a:defRPr/>
            </a:lvl4pPr>
            <a:lvl5pPr lvl="4" algn="ctr">
              <a:spcBef>
                <a:spcPts val="400"/>
              </a:spcBef>
              <a:spcAft>
                <a:spcPts val="0"/>
              </a:spcAft>
              <a:buSzPts val="1170"/>
              <a:buNone/>
              <a:defRPr/>
            </a:lvl5pPr>
            <a:lvl6pPr lvl="5" algn="ctr">
              <a:spcBef>
                <a:spcPts val="360"/>
              </a:spcBef>
              <a:spcAft>
                <a:spcPts val="0"/>
              </a:spcAft>
              <a:buSzPts val="1800"/>
              <a:buNone/>
              <a:defRPr/>
            </a:lvl6pPr>
            <a:lvl7pPr lvl="6" algn="ctr">
              <a:spcBef>
                <a:spcPts val="360"/>
              </a:spcBef>
              <a:spcAft>
                <a:spcPts val="0"/>
              </a:spcAft>
              <a:buSzPts val="1800"/>
              <a:buNone/>
              <a:defRPr/>
            </a:lvl7pPr>
            <a:lvl8pPr lvl="7" algn="ctr">
              <a:spcBef>
                <a:spcPts val="360"/>
              </a:spcBef>
              <a:spcAft>
                <a:spcPts val="0"/>
              </a:spcAft>
              <a:buSzPts val="1800"/>
              <a:buNone/>
              <a:defRPr/>
            </a:lvl8pPr>
            <a:lvl9pPr lvl="8" algn="ctr">
              <a:spcBef>
                <a:spcPts val="360"/>
              </a:spcBef>
              <a:spcAft>
                <a:spcPts val="0"/>
              </a:spcAft>
              <a:buSzPts val="1800"/>
              <a:buNone/>
              <a:defRPr/>
            </a:lvl9pPr>
          </a:lstStyle>
          <a:p>
            <a:endParaRPr/>
          </a:p>
        </p:txBody>
      </p:sp>
      <p:sp>
        <p:nvSpPr>
          <p:cNvPr id="21" name="Google Shape;21;p2"/>
          <p:cNvSpPr txBox="1">
            <a:spLocks noGrp="1"/>
          </p:cNvSpPr>
          <p:nvPr>
            <p:ph type="dt" idx="10"/>
          </p:nvPr>
        </p:nvSpPr>
        <p:spPr>
          <a:xfrm>
            <a:off x="101600" y="6069012"/>
            <a:ext cx="2743200" cy="6858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2000">
                <a:solidFill>
                  <a:srgbClr val="FFFFFF"/>
                </a:solidFill>
                <a:latin typeface="Twentieth Century"/>
                <a:ea typeface="Twentieth Century"/>
                <a:cs typeface="Twentieth Century"/>
                <a:sym typeface="Twentieth Century"/>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
          <p:cNvSpPr txBox="1">
            <a:spLocks noGrp="1"/>
          </p:cNvSpPr>
          <p:nvPr>
            <p:ph type="ftr" idx="11"/>
          </p:nvPr>
        </p:nvSpPr>
        <p:spPr>
          <a:xfrm>
            <a:off x="2781300" y="236538"/>
            <a:ext cx="782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2"/>
          <p:cNvSpPr txBox="1">
            <a:spLocks noGrp="1"/>
          </p:cNvSpPr>
          <p:nvPr>
            <p:ph type="sldNum" idx="12"/>
          </p:nvPr>
        </p:nvSpPr>
        <p:spPr>
          <a:xfrm>
            <a:off x="10668000" y="228600"/>
            <a:ext cx="1117600" cy="381000"/>
          </a:xfrm>
          <a:prstGeom prst="rect">
            <a:avLst/>
          </a:prstGeom>
          <a:noFill/>
          <a:ln>
            <a:noFill/>
          </a:ln>
        </p:spPr>
        <p:txBody>
          <a:bodyPr spcFirstLastPara="1" wrap="square" lIns="91425" tIns="45700" rIns="91425" bIns="45700" anchor="ctr" anchorCtr="0">
            <a:normAutofit/>
          </a:bodyPr>
          <a:lstStyle>
            <a:lvl1pPr marL="0" marR="0" lvl="0" indent="0" algn="ctr">
              <a:lnSpc>
                <a:spcPct val="100000"/>
              </a:lnSpc>
              <a:spcBef>
                <a:spcPts val="0"/>
              </a:spcBef>
              <a:spcAft>
                <a:spcPts val="0"/>
              </a:spcAft>
              <a:buClr>
                <a:schemeClr val="lt2"/>
              </a:buClr>
              <a:buSzPts val="1400"/>
              <a:buFont typeface="Twentieth Century"/>
              <a:buNone/>
              <a:defRPr sz="1400" b="1" i="0" u="none">
                <a:solidFill>
                  <a:schemeClr val="lt2"/>
                </a:solidFill>
                <a:latin typeface="Twentieth Century"/>
                <a:ea typeface="Twentieth Century"/>
                <a:cs typeface="Twentieth Century"/>
                <a:sym typeface="Twentieth Century"/>
              </a:defRPr>
            </a:lvl1pPr>
            <a:lvl2pPr marL="0" marR="0" lvl="1" indent="0" algn="ctr">
              <a:lnSpc>
                <a:spcPct val="100000"/>
              </a:lnSpc>
              <a:spcBef>
                <a:spcPts val="0"/>
              </a:spcBef>
              <a:spcAft>
                <a:spcPts val="0"/>
              </a:spcAft>
              <a:buClr>
                <a:schemeClr val="lt2"/>
              </a:buClr>
              <a:buSzPts val="1400"/>
              <a:buFont typeface="Twentieth Century"/>
              <a:buNone/>
              <a:defRPr sz="1400" b="1" i="0" u="none">
                <a:solidFill>
                  <a:schemeClr val="lt2"/>
                </a:solidFill>
                <a:latin typeface="Twentieth Century"/>
                <a:ea typeface="Twentieth Century"/>
                <a:cs typeface="Twentieth Century"/>
                <a:sym typeface="Twentieth Century"/>
              </a:defRPr>
            </a:lvl2pPr>
            <a:lvl3pPr marL="0" marR="0" lvl="2" indent="0" algn="ctr">
              <a:lnSpc>
                <a:spcPct val="100000"/>
              </a:lnSpc>
              <a:spcBef>
                <a:spcPts val="0"/>
              </a:spcBef>
              <a:spcAft>
                <a:spcPts val="0"/>
              </a:spcAft>
              <a:buClr>
                <a:schemeClr val="lt2"/>
              </a:buClr>
              <a:buSzPts val="1400"/>
              <a:buFont typeface="Twentieth Century"/>
              <a:buNone/>
              <a:defRPr sz="1400" b="1" i="0" u="none">
                <a:solidFill>
                  <a:schemeClr val="lt2"/>
                </a:solidFill>
                <a:latin typeface="Twentieth Century"/>
                <a:ea typeface="Twentieth Century"/>
                <a:cs typeface="Twentieth Century"/>
                <a:sym typeface="Twentieth Century"/>
              </a:defRPr>
            </a:lvl3pPr>
            <a:lvl4pPr marL="0" marR="0" lvl="3" indent="0" algn="ctr">
              <a:lnSpc>
                <a:spcPct val="100000"/>
              </a:lnSpc>
              <a:spcBef>
                <a:spcPts val="0"/>
              </a:spcBef>
              <a:spcAft>
                <a:spcPts val="0"/>
              </a:spcAft>
              <a:buClr>
                <a:schemeClr val="lt2"/>
              </a:buClr>
              <a:buSzPts val="1400"/>
              <a:buFont typeface="Twentieth Century"/>
              <a:buNone/>
              <a:defRPr sz="1400" b="1" i="0" u="none">
                <a:solidFill>
                  <a:schemeClr val="lt2"/>
                </a:solidFill>
                <a:latin typeface="Twentieth Century"/>
                <a:ea typeface="Twentieth Century"/>
                <a:cs typeface="Twentieth Century"/>
                <a:sym typeface="Twentieth Century"/>
              </a:defRPr>
            </a:lvl4pPr>
            <a:lvl5pPr marL="0" marR="0" lvl="4" indent="0" algn="ctr">
              <a:lnSpc>
                <a:spcPct val="100000"/>
              </a:lnSpc>
              <a:spcBef>
                <a:spcPts val="0"/>
              </a:spcBef>
              <a:spcAft>
                <a:spcPts val="0"/>
              </a:spcAft>
              <a:buClr>
                <a:schemeClr val="lt2"/>
              </a:buClr>
              <a:buSzPts val="1400"/>
              <a:buFont typeface="Twentieth Century"/>
              <a:buNone/>
              <a:defRPr sz="1400" b="1" i="0" u="none">
                <a:solidFill>
                  <a:schemeClr val="lt2"/>
                </a:solidFill>
                <a:latin typeface="Twentieth Century"/>
                <a:ea typeface="Twentieth Century"/>
                <a:cs typeface="Twentieth Century"/>
                <a:sym typeface="Twentieth Century"/>
              </a:defRPr>
            </a:lvl5pPr>
            <a:lvl6pPr marL="0" marR="0" lvl="5" indent="0" algn="ctr">
              <a:lnSpc>
                <a:spcPct val="100000"/>
              </a:lnSpc>
              <a:spcBef>
                <a:spcPts val="0"/>
              </a:spcBef>
              <a:spcAft>
                <a:spcPts val="0"/>
              </a:spcAft>
              <a:buClr>
                <a:schemeClr val="lt2"/>
              </a:buClr>
              <a:buSzPts val="1400"/>
              <a:buFont typeface="Twentieth Century"/>
              <a:buNone/>
              <a:defRPr sz="1400" b="1" i="0" u="none">
                <a:solidFill>
                  <a:schemeClr val="lt2"/>
                </a:solidFill>
                <a:latin typeface="Twentieth Century"/>
                <a:ea typeface="Twentieth Century"/>
                <a:cs typeface="Twentieth Century"/>
                <a:sym typeface="Twentieth Century"/>
              </a:defRPr>
            </a:lvl6pPr>
            <a:lvl7pPr marL="0" marR="0" lvl="6" indent="0" algn="ctr">
              <a:lnSpc>
                <a:spcPct val="100000"/>
              </a:lnSpc>
              <a:spcBef>
                <a:spcPts val="0"/>
              </a:spcBef>
              <a:spcAft>
                <a:spcPts val="0"/>
              </a:spcAft>
              <a:buClr>
                <a:schemeClr val="lt2"/>
              </a:buClr>
              <a:buSzPts val="1400"/>
              <a:buFont typeface="Twentieth Century"/>
              <a:buNone/>
              <a:defRPr sz="1400" b="1" i="0" u="none">
                <a:solidFill>
                  <a:schemeClr val="lt2"/>
                </a:solidFill>
                <a:latin typeface="Twentieth Century"/>
                <a:ea typeface="Twentieth Century"/>
                <a:cs typeface="Twentieth Century"/>
                <a:sym typeface="Twentieth Century"/>
              </a:defRPr>
            </a:lvl7pPr>
            <a:lvl8pPr marL="0" marR="0" lvl="7" indent="0" algn="ctr">
              <a:lnSpc>
                <a:spcPct val="100000"/>
              </a:lnSpc>
              <a:spcBef>
                <a:spcPts val="0"/>
              </a:spcBef>
              <a:spcAft>
                <a:spcPts val="0"/>
              </a:spcAft>
              <a:buClr>
                <a:schemeClr val="lt2"/>
              </a:buClr>
              <a:buSzPts val="1400"/>
              <a:buFont typeface="Twentieth Century"/>
              <a:buNone/>
              <a:defRPr sz="1400" b="1" i="0" u="none">
                <a:solidFill>
                  <a:schemeClr val="lt2"/>
                </a:solidFill>
                <a:latin typeface="Twentieth Century"/>
                <a:ea typeface="Twentieth Century"/>
                <a:cs typeface="Twentieth Century"/>
                <a:sym typeface="Twentieth Century"/>
              </a:defRPr>
            </a:lvl8pPr>
            <a:lvl9pPr marL="0" marR="0" lvl="8" indent="0" algn="ctr">
              <a:lnSpc>
                <a:spcPct val="100000"/>
              </a:lnSpc>
              <a:spcBef>
                <a:spcPts val="0"/>
              </a:spcBef>
              <a:spcAft>
                <a:spcPts val="0"/>
              </a:spcAft>
              <a:buClr>
                <a:schemeClr val="lt2"/>
              </a:buClr>
              <a:buSzPts val="1400"/>
              <a:buFont typeface="Twentieth Century"/>
              <a:buNone/>
              <a:defRPr sz="1400" b="1" i="0" u="none">
                <a:solidFill>
                  <a:schemeClr val="lt2"/>
                </a:solidFill>
                <a:latin typeface="Twentieth Century"/>
                <a:ea typeface="Twentieth Century"/>
                <a:cs typeface="Twentieth Century"/>
                <a:sym typeface="Twentieth Century"/>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36581820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algn="ctr"/>
            <a:fld id="{00000000-1234-1234-1234-123412341234}" type="slidenum">
              <a:rPr lang="en-US" smtClean="0"/>
              <a:pPr algn="ctr"/>
              <a:t>‹#›</a:t>
            </a:fld>
            <a:endParaRPr lang="en-US">
              <a:solidFill>
                <a:srgbClr val="000000"/>
              </a:solidFill>
            </a:endParaRPr>
          </a:p>
        </p:txBody>
      </p:sp>
    </p:spTree>
    <p:extLst>
      <p:ext uri="{BB962C8B-B14F-4D97-AF65-F5344CB8AC3E}">
        <p14:creationId xmlns:p14="http://schemas.microsoft.com/office/powerpoint/2010/main" val="2983276013"/>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algn="ctr"/>
            <a:fld id="{00000000-1234-1234-1234-123412341234}" type="slidenum">
              <a:rPr lang="en-US" smtClean="0"/>
              <a:pPr algn="ctr"/>
              <a:t>‹#›</a:t>
            </a:fld>
            <a:endParaRPr lang="en-US"/>
          </a:p>
        </p:txBody>
      </p:sp>
    </p:spTree>
    <p:extLst>
      <p:ext uri="{BB962C8B-B14F-4D97-AF65-F5344CB8AC3E}">
        <p14:creationId xmlns:p14="http://schemas.microsoft.com/office/powerpoint/2010/main" val="10687792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algn="ctr"/>
            <a:fld id="{00000000-1234-1234-1234-123412341234}" type="slidenum">
              <a:rPr lang="en-US" smtClean="0"/>
              <a:pPr algn="ctr"/>
              <a:t>‹#›</a:t>
            </a:fld>
            <a:endParaRPr lang="en-US">
              <a:solidFill>
                <a:srgbClr val="000000"/>
              </a:solidFill>
            </a:endParaRPr>
          </a:p>
        </p:txBody>
      </p:sp>
    </p:spTree>
    <p:extLst>
      <p:ext uri="{BB962C8B-B14F-4D97-AF65-F5344CB8AC3E}">
        <p14:creationId xmlns:p14="http://schemas.microsoft.com/office/powerpoint/2010/main" val="1361530011"/>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algn="ctr"/>
            <a:fld id="{00000000-1234-1234-1234-123412341234}" type="slidenum">
              <a:rPr lang="en-US" smtClean="0"/>
              <a:pPr algn="ctr"/>
              <a:t>‹#›</a:t>
            </a:fld>
            <a:endParaRPr lang="en-US"/>
          </a:p>
        </p:txBody>
      </p:sp>
    </p:spTree>
    <p:extLst>
      <p:ext uri="{BB962C8B-B14F-4D97-AF65-F5344CB8AC3E}">
        <p14:creationId xmlns:p14="http://schemas.microsoft.com/office/powerpoint/2010/main" val="9584142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pPr algn="ctr"/>
            <a:fld id="{00000000-1234-1234-1234-123412341234}" type="slidenum">
              <a:rPr lang="en-US" smtClean="0"/>
              <a:pPr algn="ctr"/>
              <a:t>‹#›</a:t>
            </a:fld>
            <a:endParaRPr lang="en-US">
              <a:solidFill>
                <a:srgbClr val="000000"/>
              </a:solidFill>
            </a:endParaRPr>
          </a:p>
        </p:txBody>
      </p:sp>
    </p:spTree>
    <p:extLst>
      <p:ext uri="{BB962C8B-B14F-4D97-AF65-F5344CB8AC3E}">
        <p14:creationId xmlns:p14="http://schemas.microsoft.com/office/powerpoint/2010/main" val="401921821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pPr algn="ctr"/>
            <a:fld id="{00000000-1234-1234-1234-123412341234}" type="slidenum">
              <a:rPr lang="en-US" smtClean="0"/>
              <a:pPr algn="ctr"/>
              <a:t>‹#›</a:t>
            </a:fld>
            <a:endParaRPr lang="en-US"/>
          </a:p>
        </p:txBody>
      </p:sp>
    </p:spTree>
    <p:extLst>
      <p:ext uri="{BB962C8B-B14F-4D97-AF65-F5344CB8AC3E}">
        <p14:creationId xmlns:p14="http://schemas.microsoft.com/office/powerpoint/2010/main" val="9297451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pPr algn="ctr"/>
            <a:fld id="{00000000-1234-1234-1234-123412341234}" type="slidenum">
              <a:rPr lang="en-US" smtClean="0"/>
              <a:pPr algn="ctr"/>
              <a:t>‹#›</a:t>
            </a:fld>
            <a:endParaRPr lang="en-US"/>
          </a:p>
        </p:txBody>
      </p:sp>
    </p:spTree>
    <p:extLst>
      <p:ext uri="{BB962C8B-B14F-4D97-AF65-F5344CB8AC3E}">
        <p14:creationId xmlns:p14="http://schemas.microsoft.com/office/powerpoint/2010/main" val="30291141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algn="ctr"/>
            <a:fld id="{00000000-1234-1234-1234-123412341234}" type="slidenum">
              <a:rPr lang="en-US" smtClean="0"/>
              <a:pPr algn="ctr"/>
              <a:t>‹#›</a:t>
            </a:fld>
            <a:endParaRPr lang="en-US"/>
          </a:p>
        </p:txBody>
      </p:sp>
    </p:spTree>
    <p:extLst>
      <p:ext uri="{BB962C8B-B14F-4D97-AF65-F5344CB8AC3E}">
        <p14:creationId xmlns:p14="http://schemas.microsoft.com/office/powerpoint/2010/main" val="2032548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algn="ctr"/>
            <a:fld id="{00000000-1234-1234-1234-123412341234}" type="slidenum">
              <a:rPr lang="en-US" smtClean="0"/>
              <a:pPr algn="ctr"/>
              <a:t>‹#›</a:t>
            </a:fld>
            <a:endParaRPr lang="en-US">
              <a:solidFill>
                <a:srgbClr val="000000"/>
              </a:solidFill>
            </a:endParaRPr>
          </a:p>
        </p:txBody>
      </p:sp>
    </p:spTree>
    <p:extLst>
      <p:ext uri="{BB962C8B-B14F-4D97-AF65-F5344CB8AC3E}">
        <p14:creationId xmlns:p14="http://schemas.microsoft.com/office/powerpoint/2010/main" val="444082667"/>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algn="ctr"/>
            <a:fld id="{00000000-1234-1234-1234-123412341234}" type="slidenum">
              <a:rPr lang="en-US" smtClean="0"/>
              <a:pPr algn="ctr"/>
              <a:t>‹#›</a:t>
            </a:fld>
            <a:endParaRPr lang="en-US"/>
          </a:p>
        </p:txBody>
      </p:sp>
    </p:spTree>
    <p:extLst>
      <p:ext uri="{BB962C8B-B14F-4D97-AF65-F5344CB8AC3E}">
        <p14:creationId xmlns:p14="http://schemas.microsoft.com/office/powerpoint/2010/main" val="34153289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algn="ctr"/>
            <a:fld id="{00000000-1234-1234-1234-123412341234}" type="slidenum">
              <a:rPr lang="en-US" smtClean="0"/>
              <a:pPr algn="ctr"/>
              <a:t>‹#›</a:t>
            </a:fld>
            <a:endParaRPr lang="en-US">
              <a:solidFill>
                <a:srgbClr val="000000"/>
              </a:solidFill>
            </a:endParaRPr>
          </a:p>
        </p:txBody>
      </p:sp>
    </p:spTree>
    <p:extLst>
      <p:ext uri="{BB962C8B-B14F-4D97-AF65-F5344CB8AC3E}">
        <p14:creationId xmlns:p14="http://schemas.microsoft.com/office/powerpoint/2010/main" val="3287391473"/>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3.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theme" Target="../theme/theme6.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3"/>
        <p:cNvGrpSpPr/>
        <p:nvPr/>
      </p:nvGrpSpPr>
      <p:grpSpPr>
        <a:xfrm>
          <a:off x="0" y="0"/>
          <a:ext cx="0" cy="0"/>
          <a:chOff x="0" y="0"/>
          <a:chExt cx="0" cy="0"/>
        </a:xfrm>
      </p:grpSpPr>
      <p:sp>
        <p:nvSpPr>
          <p:cNvPr id="84" name="Google Shape;84;p12"/>
          <p:cNvSpPr txBox="1"/>
          <p:nvPr/>
        </p:nvSpPr>
        <p:spPr>
          <a:xfrm>
            <a:off x="0" y="1524000"/>
            <a:ext cx="12192000" cy="1143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85" name="Google Shape;85;p12"/>
          <p:cNvSpPr txBox="1"/>
          <p:nvPr/>
        </p:nvSpPr>
        <p:spPr>
          <a:xfrm>
            <a:off x="0" y="1600200"/>
            <a:ext cx="1727200" cy="9906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86" name="Google Shape;86;p12"/>
          <p:cNvSpPr txBox="1"/>
          <p:nvPr/>
        </p:nvSpPr>
        <p:spPr>
          <a:xfrm>
            <a:off x="1828800" y="1600200"/>
            <a:ext cx="10363200" cy="9906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87" name="Google Shape;87;p12"/>
          <p:cNvSpPr txBox="1">
            <a:spLocks noGrp="1"/>
          </p:cNvSpPr>
          <p:nvPr>
            <p:ph type="title"/>
          </p:nvPr>
        </p:nvSpPr>
        <p:spPr>
          <a:xfrm>
            <a:off x="812800" y="228600"/>
            <a:ext cx="10871200" cy="9906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4400" b="0" i="0" u="none" strike="noStrike" cap="none">
                <a:solidFill>
                  <a:schemeClr val="dk2"/>
                </a:solidFill>
                <a:latin typeface="Twentieth Century"/>
                <a:ea typeface="Twentieth Century"/>
                <a:cs typeface="Twentieth Century"/>
                <a:sym typeface="Twentieth Century"/>
              </a:defRPr>
            </a:lvl1pPr>
            <a:lvl2pPr marR="0" lvl="1" algn="l" rtl="0">
              <a:spcBef>
                <a:spcPts val="0"/>
              </a:spcBef>
              <a:spcAft>
                <a:spcPts val="0"/>
              </a:spcAft>
              <a:buSzPts val="1400"/>
              <a:buNone/>
              <a:defRPr sz="4400" b="0" i="0" u="none" strike="noStrike" cap="none">
                <a:solidFill>
                  <a:schemeClr val="dk2"/>
                </a:solidFill>
                <a:latin typeface="Twentieth Century"/>
                <a:ea typeface="Twentieth Century"/>
                <a:cs typeface="Twentieth Century"/>
                <a:sym typeface="Twentieth Century"/>
              </a:defRPr>
            </a:lvl2pPr>
            <a:lvl3pPr marR="0" lvl="2" algn="l" rtl="0">
              <a:spcBef>
                <a:spcPts val="0"/>
              </a:spcBef>
              <a:spcAft>
                <a:spcPts val="0"/>
              </a:spcAft>
              <a:buSzPts val="1400"/>
              <a:buNone/>
              <a:defRPr sz="4400" b="0" i="0" u="none" strike="noStrike" cap="none">
                <a:solidFill>
                  <a:schemeClr val="dk2"/>
                </a:solidFill>
                <a:latin typeface="Twentieth Century"/>
                <a:ea typeface="Twentieth Century"/>
                <a:cs typeface="Twentieth Century"/>
                <a:sym typeface="Twentieth Century"/>
              </a:defRPr>
            </a:lvl3pPr>
            <a:lvl4pPr marR="0" lvl="3" algn="l" rtl="0">
              <a:spcBef>
                <a:spcPts val="0"/>
              </a:spcBef>
              <a:spcAft>
                <a:spcPts val="0"/>
              </a:spcAft>
              <a:buSzPts val="1400"/>
              <a:buNone/>
              <a:defRPr sz="4400" b="0" i="0" u="none" strike="noStrike" cap="none">
                <a:solidFill>
                  <a:schemeClr val="dk2"/>
                </a:solidFill>
                <a:latin typeface="Twentieth Century"/>
                <a:ea typeface="Twentieth Century"/>
                <a:cs typeface="Twentieth Century"/>
                <a:sym typeface="Twentieth Century"/>
              </a:defRPr>
            </a:lvl4pPr>
            <a:lvl5pPr marR="0" lvl="4" algn="l" rtl="0">
              <a:spcBef>
                <a:spcPts val="0"/>
              </a:spcBef>
              <a:spcAft>
                <a:spcPts val="0"/>
              </a:spcAft>
              <a:buSzPts val="1400"/>
              <a:buNone/>
              <a:defRPr sz="4400" b="0" i="0" u="none" strike="noStrike" cap="none">
                <a:solidFill>
                  <a:schemeClr val="dk2"/>
                </a:solidFill>
                <a:latin typeface="Twentieth Century"/>
                <a:ea typeface="Twentieth Century"/>
                <a:cs typeface="Twentieth Century"/>
                <a:sym typeface="Twentieth Century"/>
              </a:defRPr>
            </a:lvl5pPr>
            <a:lvl6pPr marR="0" lvl="5" algn="l" rtl="0">
              <a:spcBef>
                <a:spcPts val="0"/>
              </a:spcBef>
              <a:spcAft>
                <a:spcPts val="0"/>
              </a:spcAft>
              <a:buSzPts val="1400"/>
              <a:buNone/>
              <a:defRPr sz="4400" b="0" i="0" u="none" strike="noStrike" cap="none">
                <a:solidFill>
                  <a:schemeClr val="dk2"/>
                </a:solidFill>
                <a:latin typeface="Twentieth Century"/>
                <a:ea typeface="Twentieth Century"/>
                <a:cs typeface="Twentieth Century"/>
                <a:sym typeface="Twentieth Century"/>
              </a:defRPr>
            </a:lvl6pPr>
            <a:lvl7pPr marR="0" lvl="6" algn="l" rtl="0">
              <a:spcBef>
                <a:spcPts val="0"/>
              </a:spcBef>
              <a:spcAft>
                <a:spcPts val="0"/>
              </a:spcAft>
              <a:buSzPts val="1400"/>
              <a:buNone/>
              <a:defRPr sz="4400" b="0" i="0" u="none" strike="noStrike" cap="none">
                <a:solidFill>
                  <a:schemeClr val="dk2"/>
                </a:solidFill>
                <a:latin typeface="Twentieth Century"/>
                <a:ea typeface="Twentieth Century"/>
                <a:cs typeface="Twentieth Century"/>
                <a:sym typeface="Twentieth Century"/>
              </a:defRPr>
            </a:lvl7pPr>
            <a:lvl8pPr marR="0" lvl="7" algn="l" rtl="0">
              <a:spcBef>
                <a:spcPts val="0"/>
              </a:spcBef>
              <a:spcAft>
                <a:spcPts val="0"/>
              </a:spcAft>
              <a:buSzPts val="1400"/>
              <a:buNone/>
              <a:defRPr sz="4400" b="0" i="0" u="none" strike="noStrike" cap="none">
                <a:solidFill>
                  <a:schemeClr val="dk2"/>
                </a:solidFill>
                <a:latin typeface="Twentieth Century"/>
                <a:ea typeface="Twentieth Century"/>
                <a:cs typeface="Twentieth Century"/>
                <a:sym typeface="Twentieth Century"/>
              </a:defRPr>
            </a:lvl8pPr>
            <a:lvl9pPr marR="0" lvl="8" algn="l" rtl="0">
              <a:spcBef>
                <a:spcPts val="0"/>
              </a:spcBef>
              <a:spcAft>
                <a:spcPts val="0"/>
              </a:spcAft>
              <a:buSzPts val="1400"/>
              <a:buNone/>
              <a:defRPr sz="4400" b="0" i="0" u="none" strike="noStrike" cap="none">
                <a:solidFill>
                  <a:schemeClr val="dk2"/>
                </a:solidFill>
                <a:latin typeface="Twentieth Century"/>
                <a:ea typeface="Twentieth Century"/>
                <a:cs typeface="Twentieth Century"/>
                <a:sym typeface="Twentieth Century"/>
              </a:defRPr>
            </a:lvl9pPr>
          </a:lstStyle>
          <a:p>
            <a:endParaRPr/>
          </a:p>
        </p:txBody>
      </p:sp>
      <p:sp>
        <p:nvSpPr>
          <p:cNvPr id="88" name="Google Shape;88;p12"/>
          <p:cNvSpPr txBox="1">
            <a:spLocks noGrp="1"/>
          </p:cNvSpPr>
          <p:nvPr>
            <p:ph type="body" idx="1"/>
          </p:nvPr>
        </p:nvSpPr>
        <p:spPr>
          <a:xfrm>
            <a:off x="817033" y="1600200"/>
            <a:ext cx="10871200" cy="4525962"/>
          </a:xfrm>
          <a:prstGeom prst="rect">
            <a:avLst/>
          </a:prstGeom>
          <a:noFill/>
          <a:ln>
            <a:noFill/>
          </a:ln>
        </p:spPr>
        <p:txBody>
          <a:bodyPr spcFirstLastPara="1" wrap="square" lIns="91425" tIns="45700" rIns="91425" bIns="45700" anchor="t" anchorCtr="0">
            <a:noAutofit/>
          </a:bodyPr>
          <a:lstStyle>
            <a:lvl1pPr marL="457200" marR="0" lvl="0" indent="-339090" algn="l" rtl="0">
              <a:spcBef>
                <a:spcPts val="700"/>
              </a:spcBef>
              <a:spcAft>
                <a:spcPts val="0"/>
              </a:spcAft>
              <a:buClr>
                <a:schemeClr val="accent2"/>
              </a:buClr>
              <a:buSzPts val="1740"/>
              <a:buFont typeface="Noto Sans Symbols"/>
              <a:buChar char="◻"/>
              <a:defRPr sz="2900" b="0" i="0" u="none" strike="noStrike" cap="none">
                <a:solidFill>
                  <a:schemeClr val="dk1"/>
                </a:solidFill>
                <a:latin typeface="Twentieth Century"/>
                <a:ea typeface="Twentieth Century"/>
                <a:cs typeface="Twentieth Century"/>
                <a:sym typeface="Twentieth Century"/>
              </a:defRPr>
            </a:lvl1pPr>
            <a:lvl2pPr marL="914400" marR="0" lvl="1" indent="-344170" algn="l" rtl="0">
              <a:spcBef>
                <a:spcPts val="550"/>
              </a:spcBef>
              <a:spcAft>
                <a:spcPts val="0"/>
              </a:spcAft>
              <a:buClr>
                <a:schemeClr val="accent1"/>
              </a:buClr>
              <a:buSzPts val="1820"/>
              <a:buFont typeface="Noto Sans Symbols"/>
              <a:buChar char="🞑"/>
              <a:defRPr sz="2600" b="0" i="0" u="none" strike="noStrike" cap="none">
                <a:solidFill>
                  <a:schemeClr val="dk1"/>
                </a:solidFill>
                <a:latin typeface="Twentieth Century"/>
                <a:ea typeface="Twentieth Century"/>
                <a:cs typeface="Twentieth Century"/>
                <a:sym typeface="Twentieth Century"/>
              </a:defRPr>
            </a:lvl2pPr>
            <a:lvl3pPr marL="1371600" marR="0" lvl="2" indent="-338138" algn="l" rtl="0">
              <a:spcBef>
                <a:spcPts val="500"/>
              </a:spcBef>
              <a:spcAft>
                <a:spcPts val="0"/>
              </a:spcAft>
              <a:buClr>
                <a:schemeClr val="accent2"/>
              </a:buClr>
              <a:buSzPts val="1725"/>
              <a:buFont typeface="Noto Sans Symbols"/>
              <a:buChar char="■"/>
              <a:defRPr sz="2300" b="0" i="0" u="none" strike="noStrike" cap="none">
                <a:solidFill>
                  <a:schemeClr val="dk1"/>
                </a:solidFill>
                <a:latin typeface="Twentieth Century"/>
                <a:ea typeface="Twentieth Century"/>
                <a:cs typeface="Twentieth Century"/>
                <a:sym typeface="Twentieth Century"/>
              </a:defRPr>
            </a:lvl3pPr>
            <a:lvl4pPr marL="1828800" marR="0" lvl="3" indent="-323850" algn="l" rtl="0">
              <a:spcBef>
                <a:spcPts val="400"/>
              </a:spcBef>
              <a:spcAft>
                <a:spcPts val="0"/>
              </a:spcAft>
              <a:buClr>
                <a:srgbClr val="A5AB81"/>
              </a:buClr>
              <a:buSzPts val="1500"/>
              <a:buFont typeface="Noto Sans Symbols"/>
              <a:buChar char="■"/>
              <a:defRPr sz="2000" b="0" i="0" u="none" strike="noStrike" cap="none">
                <a:solidFill>
                  <a:schemeClr val="dk1"/>
                </a:solidFill>
                <a:latin typeface="Twentieth Century"/>
                <a:ea typeface="Twentieth Century"/>
                <a:cs typeface="Twentieth Century"/>
                <a:sym typeface="Twentieth Century"/>
              </a:defRPr>
            </a:lvl4pPr>
            <a:lvl5pPr marL="2286000" marR="0" lvl="4" indent="-311150" algn="l" rtl="0">
              <a:spcBef>
                <a:spcPts val="400"/>
              </a:spcBef>
              <a:spcAft>
                <a:spcPts val="0"/>
              </a:spcAft>
              <a:buClr>
                <a:srgbClr val="D8B25C"/>
              </a:buClr>
              <a:buSzPts val="1300"/>
              <a:buFont typeface="Noto Sans Symbols"/>
              <a:buChar char="■"/>
              <a:defRPr sz="2000" b="0" i="0" u="none" strike="noStrike" cap="none">
                <a:solidFill>
                  <a:schemeClr val="dk1"/>
                </a:solidFill>
                <a:latin typeface="Twentieth Century"/>
                <a:ea typeface="Twentieth Century"/>
                <a:cs typeface="Twentieth Century"/>
                <a:sym typeface="Twentieth Century"/>
              </a:defRPr>
            </a:lvl5pPr>
            <a:lvl6pPr marL="2743200" marR="0" lvl="5" indent="-342900" algn="l" rtl="0">
              <a:spcBef>
                <a:spcPts val="360"/>
              </a:spcBef>
              <a:spcAft>
                <a:spcPts val="0"/>
              </a:spcAft>
              <a:buClr>
                <a:schemeClr val="accent1"/>
              </a:buClr>
              <a:buSzPts val="1800"/>
              <a:buFont typeface="Noto Sans Symbols"/>
              <a:buChar char="▪"/>
              <a:defRPr sz="1800" b="0" i="0" u="none" strike="noStrike" cap="none">
                <a:solidFill>
                  <a:schemeClr val="dk1"/>
                </a:solidFill>
                <a:latin typeface="Twentieth Century"/>
                <a:ea typeface="Twentieth Century"/>
                <a:cs typeface="Twentieth Century"/>
                <a:sym typeface="Twentieth Century"/>
              </a:defRPr>
            </a:lvl6pPr>
            <a:lvl7pPr marL="3200400" marR="0" lvl="6" indent="-342900" algn="l" rtl="0">
              <a:spcBef>
                <a:spcPts val="360"/>
              </a:spcBef>
              <a:spcAft>
                <a:spcPts val="0"/>
              </a:spcAft>
              <a:buClr>
                <a:schemeClr val="accent2"/>
              </a:buClr>
              <a:buSzPts val="1800"/>
              <a:buFont typeface="Noto Sans Symbols"/>
              <a:buChar char="▪"/>
              <a:defRPr sz="1800" b="0" i="0" u="none" strike="noStrike" cap="none">
                <a:solidFill>
                  <a:schemeClr val="dk1"/>
                </a:solidFill>
                <a:latin typeface="Twentieth Century"/>
                <a:ea typeface="Twentieth Century"/>
                <a:cs typeface="Twentieth Century"/>
                <a:sym typeface="Twentieth Century"/>
              </a:defRPr>
            </a:lvl7pPr>
            <a:lvl8pPr marL="3657600" marR="0" lvl="7" indent="-342900" algn="l" rtl="0">
              <a:spcBef>
                <a:spcPts val="360"/>
              </a:spcBef>
              <a:spcAft>
                <a:spcPts val="0"/>
              </a:spcAft>
              <a:buClr>
                <a:schemeClr val="accent3"/>
              </a:buClr>
              <a:buSzPts val="1800"/>
              <a:buFont typeface="Noto Sans Symbols"/>
              <a:buChar char="▪"/>
              <a:defRPr sz="1800" b="0" i="0" u="none" strike="noStrike" cap="none">
                <a:solidFill>
                  <a:schemeClr val="dk1"/>
                </a:solidFill>
                <a:latin typeface="Twentieth Century"/>
                <a:ea typeface="Twentieth Century"/>
                <a:cs typeface="Twentieth Century"/>
                <a:sym typeface="Twentieth Century"/>
              </a:defRPr>
            </a:lvl8pPr>
            <a:lvl9pPr marL="4114800" marR="0" lvl="8" indent="-342900" algn="l" rtl="0">
              <a:spcBef>
                <a:spcPts val="360"/>
              </a:spcBef>
              <a:spcAft>
                <a:spcPts val="0"/>
              </a:spcAft>
              <a:buClr>
                <a:schemeClr val="accent4"/>
              </a:buClr>
              <a:buSzPts val="1800"/>
              <a:buFont typeface="Noto Sans Symbols"/>
              <a:buChar char="▪"/>
              <a:defRPr sz="1800" b="0" i="0" u="none" strike="noStrike" cap="none">
                <a:solidFill>
                  <a:schemeClr val="dk1"/>
                </a:solidFill>
                <a:latin typeface="Twentieth Century"/>
                <a:ea typeface="Twentieth Century"/>
                <a:cs typeface="Twentieth Century"/>
                <a:sym typeface="Twentieth Century"/>
              </a:defRPr>
            </a:lvl9pPr>
          </a:lstStyle>
          <a:p>
            <a:endParaRPr/>
          </a:p>
        </p:txBody>
      </p:sp>
      <p:sp>
        <p:nvSpPr>
          <p:cNvPr id="89" name="Google Shape;89;p12"/>
          <p:cNvSpPr txBox="1">
            <a:spLocks noGrp="1"/>
          </p:cNvSpPr>
          <p:nvPr>
            <p:ph type="dt" idx="10"/>
          </p:nvPr>
        </p:nvSpPr>
        <p:spPr>
          <a:xfrm>
            <a:off x="8128000" y="6248401"/>
            <a:ext cx="35560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400" b="0" i="0" u="none">
                <a:solidFill>
                  <a:schemeClr val="dk2"/>
                </a:solidFill>
                <a:latin typeface="Twentieth Century"/>
                <a:ea typeface="Twentieth Century"/>
                <a:cs typeface="Twentieth Century"/>
                <a:sym typeface="Twentieth Century"/>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90" name="Google Shape;90;p12"/>
          <p:cNvSpPr txBox="1">
            <a:spLocks noGrp="1"/>
          </p:cNvSpPr>
          <p:nvPr>
            <p:ph type="sldNum" idx="12"/>
          </p:nvPr>
        </p:nvSpPr>
        <p:spPr>
          <a:xfrm>
            <a:off x="0" y="1752601"/>
            <a:ext cx="1727200" cy="701675"/>
          </a:xfrm>
          <a:prstGeom prst="rect">
            <a:avLst/>
          </a:prstGeom>
          <a:noFill/>
          <a:ln>
            <a:noFill/>
          </a:ln>
        </p:spPr>
        <p:txBody>
          <a:bodyPr spcFirstLastPara="1" wrap="square" lIns="91425" tIns="45700" rIns="91425" bIns="45700" anchor="ctr" anchorCtr="0">
            <a:noAutofit/>
          </a:bodyPr>
          <a:lstStyle>
            <a:lvl1pPr marL="0" marR="0" lvl="0" indent="0" algn="ctr" rtl="0">
              <a:lnSpc>
                <a:spcPct val="100000"/>
              </a:lnSpc>
              <a:spcBef>
                <a:spcPts val="0"/>
              </a:spcBef>
              <a:spcAft>
                <a:spcPts val="0"/>
              </a:spcAft>
              <a:buClr>
                <a:srgbClr val="FFFFFF"/>
              </a:buClr>
              <a:buSzPts val="2400"/>
              <a:buFont typeface="Twentieth Century"/>
              <a:buNone/>
              <a:defRPr sz="2400" b="1" i="0" u="none">
                <a:solidFill>
                  <a:srgbClr val="FFFFFF"/>
                </a:solidFill>
                <a:latin typeface="Twentieth Century"/>
                <a:ea typeface="Twentieth Century"/>
                <a:cs typeface="Twentieth Century"/>
                <a:sym typeface="Twentieth Century"/>
              </a:defRPr>
            </a:lvl1pPr>
            <a:lvl2pPr marL="0" marR="0" lvl="1" indent="0" algn="ctr" rtl="0">
              <a:lnSpc>
                <a:spcPct val="100000"/>
              </a:lnSpc>
              <a:spcBef>
                <a:spcPts val="0"/>
              </a:spcBef>
              <a:spcAft>
                <a:spcPts val="0"/>
              </a:spcAft>
              <a:buClr>
                <a:srgbClr val="FFFFFF"/>
              </a:buClr>
              <a:buSzPts val="2400"/>
              <a:buFont typeface="Twentieth Century"/>
              <a:buNone/>
              <a:defRPr sz="2400" b="1" i="0" u="none">
                <a:solidFill>
                  <a:srgbClr val="FFFFFF"/>
                </a:solidFill>
                <a:latin typeface="Twentieth Century"/>
                <a:ea typeface="Twentieth Century"/>
                <a:cs typeface="Twentieth Century"/>
                <a:sym typeface="Twentieth Century"/>
              </a:defRPr>
            </a:lvl2pPr>
            <a:lvl3pPr marL="0" marR="0" lvl="2" indent="0" algn="ctr" rtl="0">
              <a:lnSpc>
                <a:spcPct val="100000"/>
              </a:lnSpc>
              <a:spcBef>
                <a:spcPts val="0"/>
              </a:spcBef>
              <a:spcAft>
                <a:spcPts val="0"/>
              </a:spcAft>
              <a:buClr>
                <a:srgbClr val="FFFFFF"/>
              </a:buClr>
              <a:buSzPts val="2400"/>
              <a:buFont typeface="Twentieth Century"/>
              <a:buNone/>
              <a:defRPr sz="2400" b="1" i="0" u="none">
                <a:solidFill>
                  <a:srgbClr val="FFFFFF"/>
                </a:solidFill>
                <a:latin typeface="Twentieth Century"/>
                <a:ea typeface="Twentieth Century"/>
                <a:cs typeface="Twentieth Century"/>
                <a:sym typeface="Twentieth Century"/>
              </a:defRPr>
            </a:lvl3pPr>
            <a:lvl4pPr marL="0" marR="0" lvl="3" indent="0" algn="ctr" rtl="0">
              <a:lnSpc>
                <a:spcPct val="100000"/>
              </a:lnSpc>
              <a:spcBef>
                <a:spcPts val="0"/>
              </a:spcBef>
              <a:spcAft>
                <a:spcPts val="0"/>
              </a:spcAft>
              <a:buClr>
                <a:srgbClr val="FFFFFF"/>
              </a:buClr>
              <a:buSzPts val="2400"/>
              <a:buFont typeface="Twentieth Century"/>
              <a:buNone/>
              <a:defRPr sz="2400" b="1" i="0" u="none">
                <a:solidFill>
                  <a:srgbClr val="FFFFFF"/>
                </a:solidFill>
                <a:latin typeface="Twentieth Century"/>
                <a:ea typeface="Twentieth Century"/>
                <a:cs typeface="Twentieth Century"/>
                <a:sym typeface="Twentieth Century"/>
              </a:defRPr>
            </a:lvl4pPr>
            <a:lvl5pPr marL="0" marR="0" lvl="4" indent="0" algn="ctr" rtl="0">
              <a:lnSpc>
                <a:spcPct val="100000"/>
              </a:lnSpc>
              <a:spcBef>
                <a:spcPts val="0"/>
              </a:spcBef>
              <a:spcAft>
                <a:spcPts val="0"/>
              </a:spcAft>
              <a:buClr>
                <a:srgbClr val="FFFFFF"/>
              </a:buClr>
              <a:buSzPts val="2400"/>
              <a:buFont typeface="Twentieth Century"/>
              <a:buNone/>
              <a:defRPr sz="2400" b="1" i="0" u="none">
                <a:solidFill>
                  <a:srgbClr val="FFFFFF"/>
                </a:solidFill>
                <a:latin typeface="Twentieth Century"/>
                <a:ea typeface="Twentieth Century"/>
                <a:cs typeface="Twentieth Century"/>
                <a:sym typeface="Twentieth Century"/>
              </a:defRPr>
            </a:lvl5pPr>
            <a:lvl6pPr marL="0" marR="0" lvl="5" indent="0" algn="ctr" rtl="0">
              <a:lnSpc>
                <a:spcPct val="100000"/>
              </a:lnSpc>
              <a:spcBef>
                <a:spcPts val="0"/>
              </a:spcBef>
              <a:spcAft>
                <a:spcPts val="0"/>
              </a:spcAft>
              <a:buClr>
                <a:srgbClr val="FFFFFF"/>
              </a:buClr>
              <a:buSzPts val="2400"/>
              <a:buFont typeface="Twentieth Century"/>
              <a:buNone/>
              <a:defRPr sz="2400" b="1" i="0" u="none">
                <a:solidFill>
                  <a:srgbClr val="FFFFFF"/>
                </a:solidFill>
                <a:latin typeface="Twentieth Century"/>
                <a:ea typeface="Twentieth Century"/>
                <a:cs typeface="Twentieth Century"/>
                <a:sym typeface="Twentieth Century"/>
              </a:defRPr>
            </a:lvl6pPr>
            <a:lvl7pPr marL="0" marR="0" lvl="6" indent="0" algn="ctr" rtl="0">
              <a:lnSpc>
                <a:spcPct val="100000"/>
              </a:lnSpc>
              <a:spcBef>
                <a:spcPts val="0"/>
              </a:spcBef>
              <a:spcAft>
                <a:spcPts val="0"/>
              </a:spcAft>
              <a:buClr>
                <a:srgbClr val="FFFFFF"/>
              </a:buClr>
              <a:buSzPts val="2400"/>
              <a:buFont typeface="Twentieth Century"/>
              <a:buNone/>
              <a:defRPr sz="2400" b="1" i="0" u="none">
                <a:solidFill>
                  <a:srgbClr val="FFFFFF"/>
                </a:solidFill>
                <a:latin typeface="Twentieth Century"/>
                <a:ea typeface="Twentieth Century"/>
                <a:cs typeface="Twentieth Century"/>
                <a:sym typeface="Twentieth Century"/>
              </a:defRPr>
            </a:lvl7pPr>
            <a:lvl8pPr marL="0" marR="0" lvl="7" indent="0" algn="ctr" rtl="0">
              <a:lnSpc>
                <a:spcPct val="100000"/>
              </a:lnSpc>
              <a:spcBef>
                <a:spcPts val="0"/>
              </a:spcBef>
              <a:spcAft>
                <a:spcPts val="0"/>
              </a:spcAft>
              <a:buClr>
                <a:srgbClr val="FFFFFF"/>
              </a:buClr>
              <a:buSzPts val="2400"/>
              <a:buFont typeface="Twentieth Century"/>
              <a:buNone/>
              <a:defRPr sz="2400" b="1" i="0" u="none">
                <a:solidFill>
                  <a:srgbClr val="FFFFFF"/>
                </a:solidFill>
                <a:latin typeface="Twentieth Century"/>
                <a:ea typeface="Twentieth Century"/>
                <a:cs typeface="Twentieth Century"/>
                <a:sym typeface="Twentieth Century"/>
              </a:defRPr>
            </a:lvl8pPr>
            <a:lvl9pPr marL="0" marR="0" lvl="8" indent="0" algn="ctr" rtl="0">
              <a:lnSpc>
                <a:spcPct val="100000"/>
              </a:lnSpc>
              <a:spcBef>
                <a:spcPts val="0"/>
              </a:spcBef>
              <a:spcAft>
                <a:spcPts val="0"/>
              </a:spcAft>
              <a:buClr>
                <a:srgbClr val="FFFFFF"/>
              </a:buClr>
              <a:buSzPts val="2400"/>
              <a:buFont typeface="Twentieth Century"/>
              <a:buNone/>
              <a:defRPr sz="2400" b="1" i="0" u="none">
                <a:solidFill>
                  <a:srgbClr val="FFFFFF"/>
                </a:solidFill>
                <a:latin typeface="Twentieth Century"/>
                <a:ea typeface="Twentieth Century"/>
                <a:cs typeface="Twentieth Century"/>
                <a:sym typeface="Twentieth Century"/>
              </a:defRPr>
            </a:lvl9pPr>
          </a:lstStyle>
          <a:p>
            <a:fld id="{00000000-1234-1234-1234-123412341234}" type="slidenum">
              <a:rPr lang="en-US" smtClean="0"/>
              <a:pPr/>
              <a:t>‹#›</a:t>
            </a:fld>
            <a:endParaRPr lang="en-US" sz="1400" b="0">
              <a:solidFill>
                <a:srgbClr val="000000"/>
              </a:solidFill>
              <a:latin typeface="Arial"/>
              <a:ea typeface="Arial"/>
              <a:cs typeface="Arial"/>
              <a:sym typeface="Arial"/>
            </a:endParaRPr>
          </a:p>
        </p:txBody>
      </p:sp>
      <p:sp>
        <p:nvSpPr>
          <p:cNvPr id="91" name="Google Shape;91;p12"/>
          <p:cNvSpPr txBox="1">
            <a:spLocks noGrp="1"/>
          </p:cNvSpPr>
          <p:nvPr>
            <p:ph type="ftr" idx="11"/>
          </p:nvPr>
        </p:nvSpPr>
        <p:spPr>
          <a:xfrm>
            <a:off x="812800" y="6248401"/>
            <a:ext cx="7228416"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5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8"/>
        <p:cNvGrpSpPr/>
        <p:nvPr/>
      </p:nvGrpSpPr>
      <p:grpSpPr>
        <a:xfrm>
          <a:off x="0" y="0"/>
          <a:ext cx="0" cy="0"/>
          <a:chOff x="0" y="0"/>
          <a:chExt cx="0" cy="0"/>
        </a:xfrm>
      </p:grpSpPr>
      <p:sp>
        <p:nvSpPr>
          <p:cNvPr id="99" name="Google Shape;99;p14"/>
          <p:cNvSpPr txBox="1"/>
          <p:nvPr/>
        </p:nvSpPr>
        <p:spPr>
          <a:xfrm>
            <a:off x="0" y="1235076"/>
            <a:ext cx="12192000" cy="319087"/>
          </a:xfrm>
          <a:prstGeom prst="rect">
            <a:avLst/>
          </a:pr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00" name="Google Shape;100;p14"/>
          <p:cNvSpPr txBox="1"/>
          <p:nvPr/>
        </p:nvSpPr>
        <p:spPr>
          <a:xfrm>
            <a:off x="0" y="1279525"/>
            <a:ext cx="711200" cy="2286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01" name="Google Shape;101;p14"/>
          <p:cNvSpPr txBox="1"/>
          <p:nvPr/>
        </p:nvSpPr>
        <p:spPr>
          <a:xfrm>
            <a:off x="787400" y="1279525"/>
            <a:ext cx="11404600" cy="2286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02" name="Google Shape;102;p14"/>
          <p:cNvSpPr txBox="1">
            <a:spLocks noGrp="1"/>
          </p:cNvSpPr>
          <p:nvPr>
            <p:ph type="title"/>
          </p:nvPr>
        </p:nvSpPr>
        <p:spPr>
          <a:xfrm>
            <a:off x="812800" y="228600"/>
            <a:ext cx="10871200" cy="9906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4400" b="0" i="0" u="none" strike="noStrike" cap="none">
                <a:solidFill>
                  <a:schemeClr val="dk2"/>
                </a:solidFill>
                <a:latin typeface="Twentieth Century"/>
                <a:ea typeface="Twentieth Century"/>
                <a:cs typeface="Twentieth Century"/>
                <a:sym typeface="Twentieth Century"/>
              </a:defRPr>
            </a:lvl1pPr>
            <a:lvl2pPr marR="0" lvl="1" algn="l" rtl="0">
              <a:spcBef>
                <a:spcPts val="0"/>
              </a:spcBef>
              <a:spcAft>
                <a:spcPts val="0"/>
              </a:spcAft>
              <a:buSzPts val="1400"/>
              <a:buNone/>
              <a:defRPr sz="4400" b="0" i="0" u="none" strike="noStrike" cap="none">
                <a:solidFill>
                  <a:schemeClr val="dk2"/>
                </a:solidFill>
                <a:latin typeface="Twentieth Century"/>
                <a:ea typeface="Twentieth Century"/>
                <a:cs typeface="Twentieth Century"/>
                <a:sym typeface="Twentieth Century"/>
              </a:defRPr>
            </a:lvl2pPr>
            <a:lvl3pPr marR="0" lvl="2" algn="l" rtl="0">
              <a:spcBef>
                <a:spcPts val="0"/>
              </a:spcBef>
              <a:spcAft>
                <a:spcPts val="0"/>
              </a:spcAft>
              <a:buSzPts val="1400"/>
              <a:buNone/>
              <a:defRPr sz="4400" b="0" i="0" u="none" strike="noStrike" cap="none">
                <a:solidFill>
                  <a:schemeClr val="dk2"/>
                </a:solidFill>
                <a:latin typeface="Twentieth Century"/>
                <a:ea typeface="Twentieth Century"/>
                <a:cs typeface="Twentieth Century"/>
                <a:sym typeface="Twentieth Century"/>
              </a:defRPr>
            </a:lvl3pPr>
            <a:lvl4pPr marR="0" lvl="3" algn="l" rtl="0">
              <a:spcBef>
                <a:spcPts val="0"/>
              </a:spcBef>
              <a:spcAft>
                <a:spcPts val="0"/>
              </a:spcAft>
              <a:buSzPts val="1400"/>
              <a:buNone/>
              <a:defRPr sz="4400" b="0" i="0" u="none" strike="noStrike" cap="none">
                <a:solidFill>
                  <a:schemeClr val="dk2"/>
                </a:solidFill>
                <a:latin typeface="Twentieth Century"/>
                <a:ea typeface="Twentieth Century"/>
                <a:cs typeface="Twentieth Century"/>
                <a:sym typeface="Twentieth Century"/>
              </a:defRPr>
            </a:lvl4pPr>
            <a:lvl5pPr marR="0" lvl="4" algn="l" rtl="0">
              <a:spcBef>
                <a:spcPts val="0"/>
              </a:spcBef>
              <a:spcAft>
                <a:spcPts val="0"/>
              </a:spcAft>
              <a:buSzPts val="1400"/>
              <a:buNone/>
              <a:defRPr sz="4400" b="0" i="0" u="none" strike="noStrike" cap="none">
                <a:solidFill>
                  <a:schemeClr val="dk2"/>
                </a:solidFill>
                <a:latin typeface="Twentieth Century"/>
                <a:ea typeface="Twentieth Century"/>
                <a:cs typeface="Twentieth Century"/>
                <a:sym typeface="Twentieth Century"/>
              </a:defRPr>
            </a:lvl5pPr>
            <a:lvl6pPr marR="0" lvl="5" algn="l" rtl="0">
              <a:spcBef>
                <a:spcPts val="0"/>
              </a:spcBef>
              <a:spcAft>
                <a:spcPts val="0"/>
              </a:spcAft>
              <a:buSzPts val="1400"/>
              <a:buNone/>
              <a:defRPr sz="4400" b="0" i="0" u="none" strike="noStrike" cap="none">
                <a:solidFill>
                  <a:schemeClr val="dk2"/>
                </a:solidFill>
                <a:latin typeface="Twentieth Century"/>
                <a:ea typeface="Twentieth Century"/>
                <a:cs typeface="Twentieth Century"/>
                <a:sym typeface="Twentieth Century"/>
              </a:defRPr>
            </a:lvl6pPr>
            <a:lvl7pPr marR="0" lvl="6" algn="l" rtl="0">
              <a:spcBef>
                <a:spcPts val="0"/>
              </a:spcBef>
              <a:spcAft>
                <a:spcPts val="0"/>
              </a:spcAft>
              <a:buSzPts val="1400"/>
              <a:buNone/>
              <a:defRPr sz="4400" b="0" i="0" u="none" strike="noStrike" cap="none">
                <a:solidFill>
                  <a:schemeClr val="dk2"/>
                </a:solidFill>
                <a:latin typeface="Twentieth Century"/>
                <a:ea typeface="Twentieth Century"/>
                <a:cs typeface="Twentieth Century"/>
                <a:sym typeface="Twentieth Century"/>
              </a:defRPr>
            </a:lvl7pPr>
            <a:lvl8pPr marR="0" lvl="7" algn="l" rtl="0">
              <a:spcBef>
                <a:spcPts val="0"/>
              </a:spcBef>
              <a:spcAft>
                <a:spcPts val="0"/>
              </a:spcAft>
              <a:buSzPts val="1400"/>
              <a:buNone/>
              <a:defRPr sz="4400" b="0" i="0" u="none" strike="noStrike" cap="none">
                <a:solidFill>
                  <a:schemeClr val="dk2"/>
                </a:solidFill>
                <a:latin typeface="Twentieth Century"/>
                <a:ea typeface="Twentieth Century"/>
                <a:cs typeface="Twentieth Century"/>
                <a:sym typeface="Twentieth Century"/>
              </a:defRPr>
            </a:lvl8pPr>
            <a:lvl9pPr marR="0" lvl="8" algn="l" rtl="0">
              <a:spcBef>
                <a:spcPts val="0"/>
              </a:spcBef>
              <a:spcAft>
                <a:spcPts val="0"/>
              </a:spcAft>
              <a:buSzPts val="1400"/>
              <a:buNone/>
              <a:defRPr sz="4400" b="0" i="0" u="none" strike="noStrike" cap="none">
                <a:solidFill>
                  <a:schemeClr val="dk2"/>
                </a:solidFill>
                <a:latin typeface="Twentieth Century"/>
                <a:ea typeface="Twentieth Century"/>
                <a:cs typeface="Twentieth Century"/>
                <a:sym typeface="Twentieth Century"/>
              </a:defRPr>
            </a:lvl9pPr>
          </a:lstStyle>
          <a:p>
            <a:endParaRPr/>
          </a:p>
        </p:txBody>
      </p:sp>
      <p:sp>
        <p:nvSpPr>
          <p:cNvPr id="103" name="Google Shape;103;p14"/>
          <p:cNvSpPr txBox="1">
            <a:spLocks noGrp="1"/>
          </p:cNvSpPr>
          <p:nvPr>
            <p:ph type="body" idx="1"/>
          </p:nvPr>
        </p:nvSpPr>
        <p:spPr>
          <a:xfrm>
            <a:off x="817033" y="1600200"/>
            <a:ext cx="10871200" cy="4525962"/>
          </a:xfrm>
          <a:prstGeom prst="rect">
            <a:avLst/>
          </a:prstGeom>
          <a:noFill/>
          <a:ln>
            <a:noFill/>
          </a:ln>
        </p:spPr>
        <p:txBody>
          <a:bodyPr spcFirstLastPara="1" wrap="square" lIns="91425" tIns="45700" rIns="91425" bIns="45700" anchor="t" anchorCtr="0">
            <a:noAutofit/>
          </a:bodyPr>
          <a:lstStyle>
            <a:lvl1pPr marL="457200" marR="0" lvl="0" indent="-339090" algn="l" rtl="0">
              <a:spcBef>
                <a:spcPts val="700"/>
              </a:spcBef>
              <a:spcAft>
                <a:spcPts val="0"/>
              </a:spcAft>
              <a:buClr>
                <a:schemeClr val="accent2"/>
              </a:buClr>
              <a:buSzPts val="1740"/>
              <a:buFont typeface="Noto Sans Symbols"/>
              <a:buChar char="◻"/>
              <a:defRPr sz="2900" b="0" i="0" u="none" strike="noStrike" cap="none">
                <a:solidFill>
                  <a:schemeClr val="dk1"/>
                </a:solidFill>
                <a:latin typeface="Twentieth Century"/>
                <a:ea typeface="Twentieth Century"/>
                <a:cs typeface="Twentieth Century"/>
                <a:sym typeface="Twentieth Century"/>
              </a:defRPr>
            </a:lvl1pPr>
            <a:lvl2pPr marL="914400" marR="0" lvl="1" indent="-344170" algn="l" rtl="0">
              <a:spcBef>
                <a:spcPts val="550"/>
              </a:spcBef>
              <a:spcAft>
                <a:spcPts val="0"/>
              </a:spcAft>
              <a:buClr>
                <a:schemeClr val="accent1"/>
              </a:buClr>
              <a:buSzPts val="1820"/>
              <a:buFont typeface="Noto Sans Symbols"/>
              <a:buChar char="🞑"/>
              <a:defRPr sz="2600" b="0" i="0" u="none" strike="noStrike" cap="none">
                <a:solidFill>
                  <a:schemeClr val="dk1"/>
                </a:solidFill>
                <a:latin typeface="Twentieth Century"/>
                <a:ea typeface="Twentieth Century"/>
                <a:cs typeface="Twentieth Century"/>
                <a:sym typeface="Twentieth Century"/>
              </a:defRPr>
            </a:lvl2pPr>
            <a:lvl3pPr marL="1371600" marR="0" lvl="2" indent="-338138" algn="l" rtl="0">
              <a:spcBef>
                <a:spcPts val="500"/>
              </a:spcBef>
              <a:spcAft>
                <a:spcPts val="0"/>
              </a:spcAft>
              <a:buClr>
                <a:schemeClr val="accent2"/>
              </a:buClr>
              <a:buSzPts val="1725"/>
              <a:buFont typeface="Noto Sans Symbols"/>
              <a:buChar char="■"/>
              <a:defRPr sz="2300" b="0" i="0" u="none" strike="noStrike" cap="none">
                <a:solidFill>
                  <a:schemeClr val="dk1"/>
                </a:solidFill>
                <a:latin typeface="Twentieth Century"/>
                <a:ea typeface="Twentieth Century"/>
                <a:cs typeface="Twentieth Century"/>
                <a:sym typeface="Twentieth Century"/>
              </a:defRPr>
            </a:lvl3pPr>
            <a:lvl4pPr marL="1828800" marR="0" lvl="3" indent="-323850" algn="l" rtl="0">
              <a:spcBef>
                <a:spcPts val="400"/>
              </a:spcBef>
              <a:spcAft>
                <a:spcPts val="0"/>
              </a:spcAft>
              <a:buClr>
                <a:srgbClr val="A5AB81"/>
              </a:buClr>
              <a:buSzPts val="1500"/>
              <a:buFont typeface="Noto Sans Symbols"/>
              <a:buChar char="■"/>
              <a:defRPr sz="2000" b="0" i="0" u="none" strike="noStrike" cap="none">
                <a:solidFill>
                  <a:schemeClr val="dk1"/>
                </a:solidFill>
                <a:latin typeface="Twentieth Century"/>
                <a:ea typeface="Twentieth Century"/>
                <a:cs typeface="Twentieth Century"/>
                <a:sym typeface="Twentieth Century"/>
              </a:defRPr>
            </a:lvl4pPr>
            <a:lvl5pPr marL="2286000" marR="0" lvl="4" indent="-311150" algn="l" rtl="0">
              <a:spcBef>
                <a:spcPts val="400"/>
              </a:spcBef>
              <a:spcAft>
                <a:spcPts val="0"/>
              </a:spcAft>
              <a:buClr>
                <a:srgbClr val="D8B25C"/>
              </a:buClr>
              <a:buSzPts val="1300"/>
              <a:buFont typeface="Noto Sans Symbols"/>
              <a:buChar char="■"/>
              <a:defRPr sz="2000" b="0" i="0" u="none" strike="noStrike" cap="none">
                <a:solidFill>
                  <a:schemeClr val="dk1"/>
                </a:solidFill>
                <a:latin typeface="Twentieth Century"/>
                <a:ea typeface="Twentieth Century"/>
                <a:cs typeface="Twentieth Century"/>
                <a:sym typeface="Twentieth Century"/>
              </a:defRPr>
            </a:lvl5pPr>
            <a:lvl6pPr marL="2743200" marR="0" lvl="5" indent="-342900" algn="l" rtl="0">
              <a:spcBef>
                <a:spcPts val="360"/>
              </a:spcBef>
              <a:spcAft>
                <a:spcPts val="0"/>
              </a:spcAft>
              <a:buClr>
                <a:schemeClr val="accent1"/>
              </a:buClr>
              <a:buSzPts val="1800"/>
              <a:buFont typeface="Noto Sans Symbols"/>
              <a:buChar char="▪"/>
              <a:defRPr sz="1800" b="0" i="0" u="none" strike="noStrike" cap="none">
                <a:solidFill>
                  <a:schemeClr val="dk1"/>
                </a:solidFill>
                <a:latin typeface="Twentieth Century"/>
                <a:ea typeface="Twentieth Century"/>
                <a:cs typeface="Twentieth Century"/>
                <a:sym typeface="Twentieth Century"/>
              </a:defRPr>
            </a:lvl6pPr>
            <a:lvl7pPr marL="3200400" marR="0" lvl="6" indent="-342900" algn="l" rtl="0">
              <a:spcBef>
                <a:spcPts val="360"/>
              </a:spcBef>
              <a:spcAft>
                <a:spcPts val="0"/>
              </a:spcAft>
              <a:buClr>
                <a:schemeClr val="accent2"/>
              </a:buClr>
              <a:buSzPts val="1800"/>
              <a:buFont typeface="Noto Sans Symbols"/>
              <a:buChar char="▪"/>
              <a:defRPr sz="1800" b="0" i="0" u="none" strike="noStrike" cap="none">
                <a:solidFill>
                  <a:schemeClr val="dk1"/>
                </a:solidFill>
                <a:latin typeface="Twentieth Century"/>
                <a:ea typeface="Twentieth Century"/>
                <a:cs typeface="Twentieth Century"/>
                <a:sym typeface="Twentieth Century"/>
              </a:defRPr>
            </a:lvl7pPr>
            <a:lvl8pPr marL="3657600" marR="0" lvl="7" indent="-342900" algn="l" rtl="0">
              <a:spcBef>
                <a:spcPts val="360"/>
              </a:spcBef>
              <a:spcAft>
                <a:spcPts val="0"/>
              </a:spcAft>
              <a:buClr>
                <a:schemeClr val="accent3"/>
              </a:buClr>
              <a:buSzPts val="1800"/>
              <a:buFont typeface="Noto Sans Symbols"/>
              <a:buChar char="▪"/>
              <a:defRPr sz="1800" b="0" i="0" u="none" strike="noStrike" cap="none">
                <a:solidFill>
                  <a:schemeClr val="dk1"/>
                </a:solidFill>
                <a:latin typeface="Twentieth Century"/>
                <a:ea typeface="Twentieth Century"/>
                <a:cs typeface="Twentieth Century"/>
                <a:sym typeface="Twentieth Century"/>
              </a:defRPr>
            </a:lvl8pPr>
            <a:lvl9pPr marL="4114800" marR="0" lvl="8" indent="-342900" algn="l" rtl="0">
              <a:spcBef>
                <a:spcPts val="360"/>
              </a:spcBef>
              <a:spcAft>
                <a:spcPts val="0"/>
              </a:spcAft>
              <a:buClr>
                <a:schemeClr val="accent4"/>
              </a:buClr>
              <a:buSzPts val="1800"/>
              <a:buFont typeface="Noto Sans Symbols"/>
              <a:buChar char="▪"/>
              <a:defRPr sz="1800" b="0" i="0" u="none" strike="noStrike" cap="none">
                <a:solidFill>
                  <a:schemeClr val="dk1"/>
                </a:solidFill>
                <a:latin typeface="Twentieth Century"/>
                <a:ea typeface="Twentieth Century"/>
                <a:cs typeface="Twentieth Century"/>
                <a:sym typeface="Twentieth Century"/>
              </a:defRPr>
            </a:lvl9pPr>
          </a:lstStyle>
          <a:p>
            <a:endParaRPr/>
          </a:p>
        </p:txBody>
      </p:sp>
      <p:sp>
        <p:nvSpPr>
          <p:cNvPr id="104" name="Google Shape;104;p14"/>
          <p:cNvSpPr txBox="1">
            <a:spLocks noGrp="1"/>
          </p:cNvSpPr>
          <p:nvPr>
            <p:ph type="dt" idx="10"/>
          </p:nvPr>
        </p:nvSpPr>
        <p:spPr>
          <a:xfrm>
            <a:off x="8128000" y="6248401"/>
            <a:ext cx="35560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400" b="0" i="0" u="none">
                <a:solidFill>
                  <a:schemeClr val="dk2"/>
                </a:solidFill>
                <a:latin typeface="Twentieth Century"/>
                <a:ea typeface="Twentieth Century"/>
                <a:cs typeface="Twentieth Century"/>
                <a:sym typeface="Twentieth Century"/>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05" name="Google Shape;105;p14"/>
          <p:cNvSpPr txBox="1">
            <a:spLocks noGrp="1"/>
          </p:cNvSpPr>
          <p:nvPr>
            <p:ph type="sldNum" idx="12"/>
          </p:nvPr>
        </p:nvSpPr>
        <p:spPr>
          <a:xfrm>
            <a:off x="0" y="1271588"/>
            <a:ext cx="711200" cy="244475"/>
          </a:xfrm>
          <a:prstGeom prst="rect">
            <a:avLst/>
          </a:prstGeom>
          <a:noFill/>
          <a:ln>
            <a:noFill/>
          </a:ln>
        </p:spPr>
        <p:txBody>
          <a:bodyPr spcFirstLastPara="1" wrap="square" lIns="91425" tIns="45700" rIns="91425" bIns="45700" anchor="ctr" anchorCtr="0">
            <a:normAutofit/>
          </a:bodyPr>
          <a:lstStyle>
            <a:lvl1pPr marL="0" marR="0" lvl="0" indent="0" algn="ctr" rtl="0">
              <a:lnSpc>
                <a:spcPct val="100000"/>
              </a:lnSpc>
              <a:spcBef>
                <a:spcPts val="0"/>
              </a:spcBef>
              <a:spcAft>
                <a:spcPts val="0"/>
              </a:spcAft>
              <a:buClr>
                <a:srgbClr val="FFFFFF"/>
              </a:buClr>
              <a:buSzPts val="1400"/>
              <a:buFont typeface="Twentieth Century"/>
              <a:buNone/>
              <a:defRPr sz="1400" b="1" i="0" u="none">
                <a:solidFill>
                  <a:srgbClr val="FFFFFF"/>
                </a:solidFill>
                <a:latin typeface="Twentieth Century"/>
                <a:ea typeface="Twentieth Century"/>
                <a:cs typeface="Twentieth Century"/>
                <a:sym typeface="Twentieth Century"/>
              </a:defRPr>
            </a:lvl1pPr>
            <a:lvl2pPr marL="0" marR="0" lvl="1" indent="0" algn="ctr" rtl="0">
              <a:lnSpc>
                <a:spcPct val="100000"/>
              </a:lnSpc>
              <a:spcBef>
                <a:spcPts val="0"/>
              </a:spcBef>
              <a:spcAft>
                <a:spcPts val="0"/>
              </a:spcAft>
              <a:buClr>
                <a:srgbClr val="FFFFFF"/>
              </a:buClr>
              <a:buSzPts val="1400"/>
              <a:buFont typeface="Twentieth Century"/>
              <a:buNone/>
              <a:defRPr sz="1400" b="1" i="0" u="none">
                <a:solidFill>
                  <a:srgbClr val="FFFFFF"/>
                </a:solidFill>
                <a:latin typeface="Twentieth Century"/>
                <a:ea typeface="Twentieth Century"/>
                <a:cs typeface="Twentieth Century"/>
                <a:sym typeface="Twentieth Century"/>
              </a:defRPr>
            </a:lvl2pPr>
            <a:lvl3pPr marL="0" marR="0" lvl="2" indent="0" algn="ctr" rtl="0">
              <a:lnSpc>
                <a:spcPct val="100000"/>
              </a:lnSpc>
              <a:spcBef>
                <a:spcPts val="0"/>
              </a:spcBef>
              <a:spcAft>
                <a:spcPts val="0"/>
              </a:spcAft>
              <a:buClr>
                <a:srgbClr val="FFFFFF"/>
              </a:buClr>
              <a:buSzPts val="1400"/>
              <a:buFont typeface="Twentieth Century"/>
              <a:buNone/>
              <a:defRPr sz="1400" b="1" i="0" u="none">
                <a:solidFill>
                  <a:srgbClr val="FFFFFF"/>
                </a:solidFill>
                <a:latin typeface="Twentieth Century"/>
                <a:ea typeface="Twentieth Century"/>
                <a:cs typeface="Twentieth Century"/>
                <a:sym typeface="Twentieth Century"/>
              </a:defRPr>
            </a:lvl3pPr>
            <a:lvl4pPr marL="0" marR="0" lvl="3" indent="0" algn="ctr" rtl="0">
              <a:lnSpc>
                <a:spcPct val="100000"/>
              </a:lnSpc>
              <a:spcBef>
                <a:spcPts val="0"/>
              </a:spcBef>
              <a:spcAft>
                <a:spcPts val="0"/>
              </a:spcAft>
              <a:buClr>
                <a:srgbClr val="FFFFFF"/>
              </a:buClr>
              <a:buSzPts val="1400"/>
              <a:buFont typeface="Twentieth Century"/>
              <a:buNone/>
              <a:defRPr sz="1400" b="1" i="0" u="none">
                <a:solidFill>
                  <a:srgbClr val="FFFFFF"/>
                </a:solidFill>
                <a:latin typeface="Twentieth Century"/>
                <a:ea typeface="Twentieth Century"/>
                <a:cs typeface="Twentieth Century"/>
                <a:sym typeface="Twentieth Century"/>
              </a:defRPr>
            </a:lvl4pPr>
            <a:lvl5pPr marL="0" marR="0" lvl="4" indent="0" algn="ctr" rtl="0">
              <a:lnSpc>
                <a:spcPct val="100000"/>
              </a:lnSpc>
              <a:spcBef>
                <a:spcPts val="0"/>
              </a:spcBef>
              <a:spcAft>
                <a:spcPts val="0"/>
              </a:spcAft>
              <a:buClr>
                <a:srgbClr val="FFFFFF"/>
              </a:buClr>
              <a:buSzPts val="1400"/>
              <a:buFont typeface="Twentieth Century"/>
              <a:buNone/>
              <a:defRPr sz="1400" b="1" i="0" u="none">
                <a:solidFill>
                  <a:srgbClr val="FFFFFF"/>
                </a:solidFill>
                <a:latin typeface="Twentieth Century"/>
                <a:ea typeface="Twentieth Century"/>
                <a:cs typeface="Twentieth Century"/>
                <a:sym typeface="Twentieth Century"/>
              </a:defRPr>
            </a:lvl5pPr>
            <a:lvl6pPr marL="0" marR="0" lvl="5" indent="0" algn="ctr" rtl="0">
              <a:lnSpc>
                <a:spcPct val="100000"/>
              </a:lnSpc>
              <a:spcBef>
                <a:spcPts val="0"/>
              </a:spcBef>
              <a:spcAft>
                <a:spcPts val="0"/>
              </a:spcAft>
              <a:buClr>
                <a:srgbClr val="FFFFFF"/>
              </a:buClr>
              <a:buSzPts val="1400"/>
              <a:buFont typeface="Twentieth Century"/>
              <a:buNone/>
              <a:defRPr sz="1400" b="1" i="0" u="none">
                <a:solidFill>
                  <a:srgbClr val="FFFFFF"/>
                </a:solidFill>
                <a:latin typeface="Twentieth Century"/>
                <a:ea typeface="Twentieth Century"/>
                <a:cs typeface="Twentieth Century"/>
                <a:sym typeface="Twentieth Century"/>
              </a:defRPr>
            </a:lvl6pPr>
            <a:lvl7pPr marL="0" marR="0" lvl="6" indent="0" algn="ctr" rtl="0">
              <a:lnSpc>
                <a:spcPct val="100000"/>
              </a:lnSpc>
              <a:spcBef>
                <a:spcPts val="0"/>
              </a:spcBef>
              <a:spcAft>
                <a:spcPts val="0"/>
              </a:spcAft>
              <a:buClr>
                <a:srgbClr val="FFFFFF"/>
              </a:buClr>
              <a:buSzPts val="1400"/>
              <a:buFont typeface="Twentieth Century"/>
              <a:buNone/>
              <a:defRPr sz="1400" b="1" i="0" u="none">
                <a:solidFill>
                  <a:srgbClr val="FFFFFF"/>
                </a:solidFill>
                <a:latin typeface="Twentieth Century"/>
                <a:ea typeface="Twentieth Century"/>
                <a:cs typeface="Twentieth Century"/>
                <a:sym typeface="Twentieth Century"/>
              </a:defRPr>
            </a:lvl7pPr>
            <a:lvl8pPr marL="0" marR="0" lvl="7" indent="0" algn="ctr" rtl="0">
              <a:lnSpc>
                <a:spcPct val="100000"/>
              </a:lnSpc>
              <a:spcBef>
                <a:spcPts val="0"/>
              </a:spcBef>
              <a:spcAft>
                <a:spcPts val="0"/>
              </a:spcAft>
              <a:buClr>
                <a:srgbClr val="FFFFFF"/>
              </a:buClr>
              <a:buSzPts val="1400"/>
              <a:buFont typeface="Twentieth Century"/>
              <a:buNone/>
              <a:defRPr sz="1400" b="1" i="0" u="none">
                <a:solidFill>
                  <a:srgbClr val="FFFFFF"/>
                </a:solidFill>
                <a:latin typeface="Twentieth Century"/>
                <a:ea typeface="Twentieth Century"/>
                <a:cs typeface="Twentieth Century"/>
                <a:sym typeface="Twentieth Century"/>
              </a:defRPr>
            </a:lvl8pPr>
            <a:lvl9pPr marL="0" marR="0" lvl="8" indent="0" algn="ctr" rtl="0">
              <a:lnSpc>
                <a:spcPct val="100000"/>
              </a:lnSpc>
              <a:spcBef>
                <a:spcPts val="0"/>
              </a:spcBef>
              <a:spcAft>
                <a:spcPts val="0"/>
              </a:spcAft>
              <a:buClr>
                <a:srgbClr val="FFFFFF"/>
              </a:buClr>
              <a:buSzPts val="1400"/>
              <a:buFont typeface="Twentieth Century"/>
              <a:buNone/>
              <a:defRPr sz="1400" b="1" i="0" u="none">
                <a:solidFill>
                  <a:srgbClr val="FFFFFF"/>
                </a:solidFill>
                <a:latin typeface="Twentieth Century"/>
                <a:ea typeface="Twentieth Century"/>
                <a:cs typeface="Twentieth Century"/>
                <a:sym typeface="Twentieth Century"/>
              </a:defRPr>
            </a:lvl9pPr>
          </a:lstStyle>
          <a:p>
            <a:fld id="{00000000-1234-1234-1234-123412341234}" type="slidenum">
              <a:rPr lang="en-US" smtClean="0"/>
              <a:pPr/>
              <a:t>‹#›</a:t>
            </a:fld>
            <a:endParaRPr lang="en-US" b="0">
              <a:solidFill>
                <a:srgbClr val="000000"/>
              </a:solidFill>
              <a:latin typeface="Arial"/>
              <a:ea typeface="Arial"/>
              <a:cs typeface="Arial"/>
              <a:sym typeface="Arial"/>
            </a:endParaRPr>
          </a:p>
        </p:txBody>
      </p:sp>
      <p:sp>
        <p:nvSpPr>
          <p:cNvPr id="106" name="Google Shape;106;p14"/>
          <p:cNvSpPr txBox="1">
            <a:spLocks noGrp="1"/>
          </p:cNvSpPr>
          <p:nvPr>
            <p:ph type="ftr" idx="11"/>
          </p:nvPr>
        </p:nvSpPr>
        <p:spPr>
          <a:xfrm>
            <a:off x="812800" y="6248401"/>
            <a:ext cx="7228416"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56"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6"/>
        <p:cNvGrpSpPr/>
        <p:nvPr/>
      </p:nvGrpSpPr>
      <p:grpSpPr>
        <a:xfrm>
          <a:off x="0" y="0"/>
          <a:ext cx="0" cy="0"/>
          <a:chOff x="0" y="0"/>
          <a:chExt cx="0" cy="0"/>
        </a:xfrm>
      </p:grpSpPr>
      <p:sp>
        <p:nvSpPr>
          <p:cNvPr id="117" name="Google Shape;117;p16"/>
          <p:cNvSpPr txBox="1"/>
          <p:nvPr/>
        </p:nvSpPr>
        <p:spPr>
          <a:xfrm>
            <a:off x="-12700" y="4572000"/>
            <a:ext cx="12192000" cy="887412"/>
          </a:xfrm>
          <a:prstGeom prst="rect">
            <a:avLst/>
          </a:pr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18" name="Google Shape;118;p16"/>
          <p:cNvSpPr txBox="1"/>
          <p:nvPr/>
        </p:nvSpPr>
        <p:spPr>
          <a:xfrm>
            <a:off x="-12699" y="4664076"/>
            <a:ext cx="1951567" cy="712787"/>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19" name="Google Shape;119;p16"/>
          <p:cNvSpPr txBox="1"/>
          <p:nvPr/>
        </p:nvSpPr>
        <p:spPr>
          <a:xfrm>
            <a:off x="2059516" y="4654551"/>
            <a:ext cx="10132483" cy="71278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20" name="Google Shape;120;p16"/>
          <p:cNvSpPr txBox="1"/>
          <p:nvPr/>
        </p:nvSpPr>
        <p:spPr>
          <a:xfrm>
            <a:off x="1930400" y="1"/>
            <a:ext cx="133349" cy="6867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21" name="Google Shape;121;p16"/>
          <p:cNvSpPr txBox="1">
            <a:spLocks noGrp="1"/>
          </p:cNvSpPr>
          <p:nvPr>
            <p:ph type="title"/>
          </p:nvPr>
        </p:nvSpPr>
        <p:spPr>
          <a:xfrm>
            <a:off x="812800" y="228600"/>
            <a:ext cx="10871200" cy="9906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4400" b="0" i="0" u="none" strike="noStrike" cap="none">
                <a:solidFill>
                  <a:schemeClr val="dk2"/>
                </a:solidFill>
                <a:latin typeface="Twentieth Century"/>
                <a:ea typeface="Twentieth Century"/>
                <a:cs typeface="Twentieth Century"/>
                <a:sym typeface="Twentieth Century"/>
              </a:defRPr>
            </a:lvl1pPr>
            <a:lvl2pPr marR="0" lvl="1" algn="l" rtl="0">
              <a:spcBef>
                <a:spcPts val="0"/>
              </a:spcBef>
              <a:spcAft>
                <a:spcPts val="0"/>
              </a:spcAft>
              <a:buSzPts val="1400"/>
              <a:buNone/>
              <a:defRPr sz="4400" b="0" i="0" u="none" strike="noStrike" cap="none">
                <a:solidFill>
                  <a:schemeClr val="dk2"/>
                </a:solidFill>
                <a:latin typeface="Twentieth Century"/>
                <a:ea typeface="Twentieth Century"/>
                <a:cs typeface="Twentieth Century"/>
                <a:sym typeface="Twentieth Century"/>
              </a:defRPr>
            </a:lvl2pPr>
            <a:lvl3pPr marR="0" lvl="2" algn="l" rtl="0">
              <a:spcBef>
                <a:spcPts val="0"/>
              </a:spcBef>
              <a:spcAft>
                <a:spcPts val="0"/>
              </a:spcAft>
              <a:buSzPts val="1400"/>
              <a:buNone/>
              <a:defRPr sz="4400" b="0" i="0" u="none" strike="noStrike" cap="none">
                <a:solidFill>
                  <a:schemeClr val="dk2"/>
                </a:solidFill>
                <a:latin typeface="Twentieth Century"/>
                <a:ea typeface="Twentieth Century"/>
                <a:cs typeface="Twentieth Century"/>
                <a:sym typeface="Twentieth Century"/>
              </a:defRPr>
            </a:lvl3pPr>
            <a:lvl4pPr marR="0" lvl="3" algn="l" rtl="0">
              <a:spcBef>
                <a:spcPts val="0"/>
              </a:spcBef>
              <a:spcAft>
                <a:spcPts val="0"/>
              </a:spcAft>
              <a:buSzPts val="1400"/>
              <a:buNone/>
              <a:defRPr sz="4400" b="0" i="0" u="none" strike="noStrike" cap="none">
                <a:solidFill>
                  <a:schemeClr val="dk2"/>
                </a:solidFill>
                <a:latin typeface="Twentieth Century"/>
                <a:ea typeface="Twentieth Century"/>
                <a:cs typeface="Twentieth Century"/>
                <a:sym typeface="Twentieth Century"/>
              </a:defRPr>
            </a:lvl4pPr>
            <a:lvl5pPr marR="0" lvl="4" algn="l" rtl="0">
              <a:spcBef>
                <a:spcPts val="0"/>
              </a:spcBef>
              <a:spcAft>
                <a:spcPts val="0"/>
              </a:spcAft>
              <a:buSzPts val="1400"/>
              <a:buNone/>
              <a:defRPr sz="4400" b="0" i="0" u="none" strike="noStrike" cap="none">
                <a:solidFill>
                  <a:schemeClr val="dk2"/>
                </a:solidFill>
                <a:latin typeface="Twentieth Century"/>
                <a:ea typeface="Twentieth Century"/>
                <a:cs typeface="Twentieth Century"/>
                <a:sym typeface="Twentieth Century"/>
              </a:defRPr>
            </a:lvl5pPr>
            <a:lvl6pPr marR="0" lvl="5" algn="l" rtl="0">
              <a:spcBef>
                <a:spcPts val="0"/>
              </a:spcBef>
              <a:spcAft>
                <a:spcPts val="0"/>
              </a:spcAft>
              <a:buSzPts val="1400"/>
              <a:buNone/>
              <a:defRPr sz="4400" b="0" i="0" u="none" strike="noStrike" cap="none">
                <a:solidFill>
                  <a:schemeClr val="dk2"/>
                </a:solidFill>
                <a:latin typeface="Twentieth Century"/>
                <a:ea typeface="Twentieth Century"/>
                <a:cs typeface="Twentieth Century"/>
                <a:sym typeface="Twentieth Century"/>
              </a:defRPr>
            </a:lvl6pPr>
            <a:lvl7pPr marR="0" lvl="6" algn="l" rtl="0">
              <a:spcBef>
                <a:spcPts val="0"/>
              </a:spcBef>
              <a:spcAft>
                <a:spcPts val="0"/>
              </a:spcAft>
              <a:buSzPts val="1400"/>
              <a:buNone/>
              <a:defRPr sz="4400" b="0" i="0" u="none" strike="noStrike" cap="none">
                <a:solidFill>
                  <a:schemeClr val="dk2"/>
                </a:solidFill>
                <a:latin typeface="Twentieth Century"/>
                <a:ea typeface="Twentieth Century"/>
                <a:cs typeface="Twentieth Century"/>
                <a:sym typeface="Twentieth Century"/>
              </a:defRPr>
            </a:lvl7pPr>
            <a:lvl8pPr marR="0" lvl="7" algn="l" rtl="0">
              <a:spcBef>
                <a:spcPts val="0"/>
              </a:spcBef>
              <a:spcAft>
                <a:spcPts val="0"/>
              </a:spcAft>
              <a:buSzPts val="1400"/>
              <a:buNone/>
              <a:defRPr sz="4400" b="0" i="0" u="none" strike="noStrike" cap="none">
                <a:solidFill>
                  <a:schemeClr val="dk2"/>
                </a:solidFill>
                <a:latin typeface="Twentieth Century"/>
                <a:ea typeface="Twentieth Century"/>
                <a:cs typeface="Twentieth Century"/>
                <a:sym typeface="Twentieth Century"/>
              </a:defRPr>
            </a:lvl8pPr>
            <a:lvl9pPr marR="0" lvl="8" algn="l" rtl="0">
              <a:spcBef>
                <a:spcPts val="0"/>
              </a:spcBef>
              <a:spcAft>
                <a:spcPts val="0"/>
              </a:spcAft>
              <a:buSzPts val="1400"/>
              <a:buNone/>
              <a:defRPr sz="4400" b="0" i="0" u="none" strike="noStrike" cap="none">
                <a:solidFill>
                  <a:schemeClr val="dk2"/>
                </a:solidFill>
                <a:latin typeface="Twentieth Century"/>
                <a:ea typeface="Twentieth Century"/>
                <a:cs typeface="Twentieth Century"/>
                <a:sym typeface="Twentieth Century"/>
              </a:defRPr>
            </a:lvl9pPr>
          </a:lstStyle>
          <a:p>
            <a:endParaRPr/>
          </a:p>
        </p:txBody>
      </p:sp>
      <p:sp>
        <p:nvSpPr>
          <p:cNvPr id="122" name="Google Shape;122;p16"/>
          <p:cNvSpPr txBox="1">
            <a:spLocks noGrp="1"/>
          </p:cNvSpPr>
          <p:nvPr>
            <p:ph type="body" idx="1"/>
          </p:nvPr>
        </p:nvSpPr>
        <p:spPr>
          <a:xfrm>
            <a:off x="817033" y="1600200"/>
            <a:ext cx="10871200" cy="4525962"/>
          </a:xfrm>
          <a:prstGeom prst="rect">
            <a:avLst/>
          </a:prstGeom>
          <a:noFill/>
          <a:ln>
            <a:noFill/>
          </a:ln>
        </p:spPr>
        <p:txBody>
          <a:bodyPr spcFirstLastPara="1" wrap="square" lIns="91425" tIns="45700" rIns="91425" bIns="45700" anchor="t" anchorCtr="0">
            <a:noAutofit/>
          </a:bodyPr>
          <a:lstStyle>
            <a:lvl1pPr marL="457200" marR="0" lvl="0" indent="-339090" algn="l" rtl="0">
              <a:spcBef>
                <a:spcPts val="700"/>
              </a:spcBef>
              <a:spcAft>
                <a:spcPts val="0"/>
              </a:spcAft>
              <a:buClr>
                <a:schemeClr val="accent2"/>
              </a:buClr>
              <a:buSzPts val="1740"/>
              <a:buFont typeface="Noto Sans Symbols"/>
              <a:buChar char="◻"/>
              <a:defRPr sz="2900" b="0" i="0" u="none" strike="noStrike" cap="none">
                <a:solidFill>
                  <a:schemeClr val="dk1"/>
                </a:solidFill>
                <a:latin typeface="Twentieth Century"/>
                <a:ea typeface="Twentieth Century"/>
                <a:cs typeface="Twentieth Century"/>
                <a:sym typeface="Twentieth Century"/>
              </a:defRPr>
            </a:lvl1pPr>
            <a:lvl2pPr marL="914400" marR="0" lvl="1" indent="-344170" algn="l" rtl="0">
              <a:spcBef>
                <a:spcPts val="550"/>
              </a:spcBef>
              <a:spcAft>
                <a:spcPts val="0"/>
              </a:spcAft>
              <a:buClr>
                <a:schemeClr val="accent1"/>
              </a:buClr>
              <a:buSzPts val="1820"/>
              <a:buFont typeface="Noto Sans Symbols"/>
              <a:buChar char="🞑"/>
              <a:defRPr sz="2600" b="0" i="0" u="none" strike="noStrike" cap="none">
                <a:solidFill>
                  <a:schemeClr val="dk1"/>
                </a:solidFill>
                <a:latin typeface="Twentieth Century"/>
                <a:ea typeface="Twentieth Century"/>
                <a:cs typeface="Twentieth Century"/>
                <a:sym typeface="Twentieth Century"/>
              </a:defRPr>
            </a:lvl2pPr>
            <a:lvl3pPr marL="1371600" marR="0" lvl="2" indent="-338138" algn="l" rtl="0">
              <a:spcBef>
                <a:spcPts val="500"/>
              </a:spcBef>
              <a:spcAft>
                <a:spcPts val="0"/>
              </a:spcAft>
              <a:buClr>
                <a:schemeClr val="accent2"/>
              </a:buClr>
              <a:buSzPts val="1725"/>
              <a:buFont typeface="Noto Sans Symbols"/>
              <a:buChar char="■"/>
              <a:defRPr sz="2300" b="0" i="0" u="none" strike="noStrike" cap="none">
                <a:solidFill>
                  <a:schemeClr val="dk1"/>
                </a:solidFill>
                <a:latin typeface="Twentieth Century"/>
                <a:ea typeface="Twentieth Century"/>
                <a:cs typeface="Twentieth Century"/>
                <a:sym typeface="Twentieth Century"/>
              </a:defRPr>
            </a:lvl3pPr>
            <a:lvl4pPr marL="1828800" marR="0" lvl="3" indent="-323850" algn="l" rtl="0">
              <a:spcBef>
                <a:spcPts val="400"/>
              </a:spcBef>
              <a:spcAft>
                <a:spcPts val="0"/>
              </a:spcAft>
              <a:buClr>
                <a:srgbClr val="A5AB81"/>
              </a:buClr>
              <a:buSzPts val="1500"/>
              <a:buFont typeface="Noto Sans Symbols"/>
              <a:buChar char="■"/>
              <a:defRPr sz="2000" b="0" i="0" u="none" strike="noStrike" cap="none">
                <a:solidFill>
                  <a:schemeClr val="dk1"/>
                </a:solidFill>
                <a:latin typeface="Twentieth Century"/>
                <a:ea typeface="Twentieth Century"/>
                <a:cs typeface="Twentieth Century"/>
                <a:sym typeface="Twentieth Century"/>
              </a:defRPr>
            </a:lvl4pPr>
            <a:lvl5pPr marL="2286000" marR="0" lvl="4" indent="-311150" algn="l" rtl="0">
              <a:spcBef>
                <a:spcPts val="400"/>
              </a:spcBef>
              <a:spcAft>
                <a:spcPts val="0"/>
              </a:spcAft>
              <a:buClr>
                <a:srgbClr val="D8B25C"/>
              </a:buClr>
              <a:buSzPts val="1300"/>
              <a:buFont typeface="Noto Sans Symbols"/>
              <a:buChar char="■"/>
              <a:defRPr sz="2000" b="0" i="0" u="none" strike="noStrike" cap="none">
                <a:solidFill>
                  <a:schemeClr val="dk1"/>
                </a:solidFill>
                <a:latin typeface="Twentieth Century"/>
                <a:ea typeface="Twentieth Century"/>
                <a:cs typeface="Twentieth Century"/>
                <a:sym typeface="Twentieth Century"/>
              </a:defRPr>
            </a:lvl5pPr>
            <a:lvl6pPr marL="2743200" marR="0" lvl="5" indent="-342900" algn="l" rtl="0">
              <a:spcBef>
                <a:spcPts val="360"/>
              </a:spcBef>
              <a:spcAft>
                <a:spcPts val="0"/>
              </a:spcAft>
              <a:buClr>
                <a:schemeClr val="accent1"/>
              </a:buClr>
              <a:buSzPts val="1800"/>
              <a:buFont typeface="Noto Sans Symbols"/>
              <a:buChar char="▪"/>
              <a:defRPr sz="1800" b="0" i="0" u="none" strike="noStrike" cap="none">
                <a:solidFill>
                  <a:schemeClr val="dk1"/>
                </a:solidFill>
                <a:latin typeface="Twentieth Century"/>
                <a:ea typeface="Twentieth Century"/>
                <a:cs typeface="Twentieth Century"/>
                <a:sym typeface="Twentieth Century"/>
              </a:defRPr>
            </a:lvl6pPr>
            <a:lvl7pPr marL="3200400" marR="0" lvl="6" indent="-342900" algn="l" rtl="0">
              <a:spcBef>
                <a:spcPts val="360"/>
              </a:spcBef>
              <a:spcAft>
                <a:spcPts val="0"/>
              </a:spcAft>
              <a:buClr>
                <a:schemeClr val="accent2"/>
              </a:buClr>
              <a:buSzPts val="1800"/>
              <a:buFont typeface="Noto Sans Symbols"/>
              <a:buChar char="▪"/>
              <a:defRPr sz="1800" b="0" i="0" u="none" strike="noStrike" cap="none">
                <a:solidFill>
                  <a:schemeClr val="dk1"/>
                </a:solidFill>
                <a:latin typeface="Twentieth Century"/>
                <a:ea typeface="Twentieth Century"/>
                <a:cs typeface="Twentieth Century"/>
                <a:sym typeface="Twentieth Century"/>
              </a:defRPr>
            </a:lvl7pPr>
            <a:lvl8pPr marL="3657600" marR="0" lvl="7" indent="-342900" algn="l" rtl="0">
              <a:spcBef>
                <a:spcPts val="360"/>
              </a:spcBef>
              <a:spcAft>
                <a:spcPts val="0"/>
              </a:spcAft>
              <a:buClr>
                <a:schemeClr val="accent3"/>
              </a:buClr>
              <a:buSzPts val="1800"/>
              <a:buFont typeface="Noto Sans Symbols"/>
              <a:buChar char="▪"/>
              <a:defRPr sz="1800" b="0" i="0" u="none" strike="noStrike" cap="none">
                <a:solidFill>
                  <a:schemeClr val="dk1"/>
                </a:solidFill>
                <a:latin typeface="Twentieth Century"/>
                <a:ea typeface="Twentieth Century"/>
                <a:cs typeface="Twentieth Century"/>
                <a:sym typeface="Twentieth Century"/>
              </a:defRPr>
            </a:lvl8pPr>
            <a:lvl9pPr marL="4114800" marR="0" lvl="8" indent="-342900" algn="l" rtl="0">
              <a:spcBef>
                <a:spcPts val="360"/>
              </a:spcBef>
              <a:spcAft>
                <a:spcPts val="0"/>
              </a:spcAft>
              <a:buClr>
                <a:schemeClr val="accent4"/>
              </a:buClr>
              <a:buSzPts val="1800"/>
              <a:buFont typeface="Noto Sans Symbols"/>
              <a:buChar char="▪"/>
              <a:defRPr sz="1800" b="0" i="0" u="none" strike="noStrike" cap="none">
                <a:solidFill>
                  <a:schemeClr val="dk1"/>
                </a:solidFill>
                <a:latin typeface="Twentieth Century"/>
                <a:ea typeface="Twentieth Century"/>
                <a:cs typeface="Twentieth Century"/>
                <a:sym typeface="Twentieth Century"/>
              </a:defRPr>
            </a:lvl9pPr>
          </a:lstStyle>
          <a:p>
            <a:endParaRPr/>
          </a:p>
        </p:txBody>
      </p:sp>
      <p:sp>
        <p:nvSpPr>
          <p:cNvPr id="123" name="Google Shape;123;p16"/>
          <p:cNvSpPr txBox="1">
            <a:spLocks noGrp="1"/>
          </p:cNvSpPr>
          <p:nvPr>
            <p:ph type="dt" idx="10"/>
          </p:nvPr>
        </p:nvSpPr>
        <p:spPr>
          <a:xfrm>
            <a:off x="8331200" y="6248401"/>
            <a:ext cx="35560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400" b="0" i="0" u="none">
                <a:solidFill>
                  <a:schemeClr val="dk2"/>
                </a:solidFill>
                <a:latin typeface="Twentieth Century"/>
                <a:ea typeface="Twentieth Century"/>
                <a:cs typeface="Twentieth Century"/>
                <a:sym typeface="Twentieth Century"/>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24" name="Google Shape;124;p16"/>
          <p:cNvSpPr txBox="1">
            <a:spLocks noGrp="1"/>
          </p:cNvSpPr>
          <p:nvPr>
            <p:ph type="sldNum" idx="12"/>
          </p:nvPr>
        </p:nvSpPr>
        <p:spPr>
          <a:xfrm>
            <a:off x="0" y="4667251"/>
            <a:ext cx="1930400" cy="663575"/>
          </a:xfrm>
          <a:prstGeom prst="rect">
            <a:avLst/>
          </a:prstGeom>
          <a:noFill/>
          <a:ln>
            <a:noFill/>
          </a:ln>
        </p:spPr>
        <p:txBody>
          <a:bodyPr spcFirstLastPara="1" wrap="square" lIns="91425" tIns="45700" rIns="91425" bIns="45700" anchor="ctr" anchorCtr="0">
            <a:normAutofit/>
          </a:bodyPr>
          <a:lstStyle>
            <a:lvl1pPr marL="0" marR="0" lvl="0" indent="0" algn="ctr" rtl="0">
              <a:lnSpc>
                <a:spcPct val="100000"/>
              </a:lnSpc>
              <a:spcBef>
                <a:spcPts val="0"/>
              </a:spcBef>
              <a:spcAft>
                <a:spcPts val="0"/>
              </a:spcAft>
              <a:buClr>
                <a:srgbClr val="FFFFFF"/>
              </a:buClr>
              <a:buSzPts val="2800"/>
              <a:buFont typeface="Twentieth Century"/>
              <a:buNone/>
              <a:defRPr sz="2800" b="1" i="0" u="none">
                <a:solidFill>
                  <a:srgbClr val="FFFFFF"/>
                </a:solidFill>
                <a:latin typeface="Twentieth Century"/>
                <a:ea typeface="Twentieth Century"/>
                <a:cs typeface="Twentieth Century"/>
                <a:sym typeface="Twentieth Century"/>
              </a:defRPr>
            </a:lvl1pPr>
            <a:lvl2pPr marL="0" marR="0" lvl="1" indent="0" algn="ctr" rtl="0">
              <a:lnSpc>
                <a:spcPct val="100000"/>
              </a:lnSpc>
              <a:spcBef>
                <a:spcPts val="0"/>
              </a:spcBef>
              <a:spcAft>
                <a:spcPts val="0"/>
              </a:spcAft>
              <a:buClr>
                <a:srgbClr val="FFFFFF"/>
              </a:buClr>
              <a:buSzPts val="2800"/>
              <a:buFont typeface="Twentieth Century"/>
              <a:buNone/>
              <a:defRPr sz="2800" b="1" i="0" u="none">
                <a:solidFill>
                  <a:srgbClr val="FFFFFF"/>
                </a:solidFill>
                <a:latin typeface="Twentieth Century"/>
                <a:ea typeface="Twentieth Century"/>
                <a:cs typeface="Twentieth Century"/>
                <a:sym typeface="Twentieth Century"/>
              </a:defRPr>
            </a:lvl2pPr>
            <a:lvl3pPr marL="0" marR="0" lvl="2" indent="0" algn="ctr" rtl="0">
              <a:lnSpc>
                <a:spcPct val="100000"/>
              </a:lnSpc>
              <a:spcBef>
                <a:spcPts val="0"/>
              </a:spcBef>
              <a:spcAft>
                <a:spcPts val="0"/>
              </a:spcAft>
              <a:buClr>
                <a:srgbClr val="FFFFFF"/>
              </a:buClr>
              <a:buSzPts val="2800"/>
              <a:buFont typeface="Twentieth Century"/>
              <a:buNone/>
              <a:defRPr sz="2800" b="1" i="0" u="none">
                <a:solidFill>
                  <a:srgbClr val="FFFFFF"/>
                </a:solidFill>
                <a:latin typeface="Twentieth Century"/>
                <a:ea typeface="Twentieth Century"/>
                <a:cs typeface="Twentieth Century"/>
                <a:sym typeface="Twentieth Century"/>
              </a:defRPr>
            </a:lvl3pPr>
            <a:lvl4pPr marL="0" marR="0" lvl="3" indent="0" algn="ctr" rtl="0">
              <a:lnSpc>
                <a:spcPct val="100000"/>
              </a:lnSpc>
              <a:spcBef>
                <a:spcPts val="0"/>
              </a:spcBef>
              <a:spcAft>
                <a:spcPts val="0"/>
              </a:spcAft>
              <a:buClr>
                <a:srgbClr val="FFFFFF"/>
              </a:buClr>
              <a:buSzPts val="2800"/>
              <a:buFont typeface="Twentieth Century"/>
              <a:buNone/>
              <a:defRPr sz="2800" b="1" i="0" u="none">
                <a:solidFill>
                  <a:srgbClr val="FFFFFF"/>
                </a:solidFill>
                <a:latin typeface="Twentieth Century"/>
                <a:ea typeface="Twentieth Century"/>
                <a:cs typeface="Twentieth Century"/>
                <a:sym typeface="Twentieth Century"/>
              </a:defRPr>
            </a:lvl4pPr>
            <a:lvl5pPr marL="0" marR="0" lvl="4" indent="0" algn="ctr" rtl="0">
              <a:lnSpc>
                <a:spcPct val="100000"/>
              </a:lnSpc>
              <a:spcBef>
                <a:spcPts val="0"/>
              </a:spcBef>
              <a:spcAft>
                <a:spcPts val="0"/>
              </a:spcAft>
              <a:buClr>
                <a:srgbClr val="FFFFFF"/>
              </a:buClr>
              <a:buSzPts val="2800"/>
              <a:buFont typeface="Twentieth Century"/>
              <a:buNone/>
              <a:defRPr sz="2800" b="1" i="0" u="none">
                <a:solidFill>
                  <a:srgbClr val="FFFFFF"/>
                </a:solidFill>
                <a:latin typeface="Twentieth Century"/>
                <a:ea typeface="Twentieth Century"/>
                <a:cs typeface="Twentieth Century"/>
                <a:sym typeface="Twentieth Century"/>
              </a:defRPr>
            </a:lvl5pPr>
            <a:lvl6pPr marL="0" marR="0" lvl="5" indent="0" algn="ctr" rtl="0">
              <a:lnSpc>
                <a:spcPct val="100000"/>
              </a:lnSpc>
              <a:spcBef>
                <a:spcPts val="0"/>
              </a:spcBef>
              <a:spcAft>
                <a:spcPts val="0"/>
              </a:spcAft>
              <a:buClr>
                <a:srgbClr val="FFFFFF"/>
              </a:buClr>
              <a:buSzPts val="2800"/>
              <a:buFont typeface="Twentieth Century"/>
              <a:buNone/>
              <a:defRPr sz="2800" b="1" i="0" u="none">
                <a:solidFill>
                  <a:srgbClr val="FFFFFF"/>
                </a:solidFill>
                <a:latin typeface="Twentieth Century"/>
                <a:ea typeface="Twentieth Century"/>
                <a:cs typeface="Twentieth Century"/>
                <a:sym typeface="Twentieth Century"/>
              </a:defRPr>
            </a:lvl6pPr>
            <a:lvl7pPr marL="0" marR="0" lvl="6" indent="0" algn="ctr" rtl="0">
              <a:lnSpc>
                <a:spcPct val="100000"/>
              </a:lnSpc>
              <a:spcBef>
                <a:spcPts val="0"/>
              </a:spcBef>
              <a:spcAft>
                <a:spcPts val="0"/>
              </a:spcAft>
              <a:buClr>
                <a:srgbClr val="FFFFFF"/>
              </a:buClr>
              <a:buSzPts val="2800"/>
              <a:buFont typeface="Twentieth Century"/>
              <a:buNone/>
              <a:defRPr sz="2800" b="1" i="0" u="none">
                <a:solidFill>
                  <a:srgbClr val="FFFFFF"/>
                </a:solidFill>
                <a:latin typeface="Twentieth Century"/>
                <a:ea typeface="Twentieth Century"/>
                <a:cs typeface="Twentieth Century"/>
                <a:sym typeface="Twentieth Century"/>
              </a:defRPr>
            </a:lvl7pPr>
            <a:lvl8pPr marL="0" marR="0" lvl="7" indent="0" algn="ctr" rtl="0">
              <a:lnSpc>
                <a:spcPct val="100000"/>
              </a:lnSpc>
              <a:spcBef>
                <a:spcPts val="0"/>
              </a:spcBef>
              <a:spcAft>
                <a:spcPts val="0"/>
              </a:spcAft>
              <a:buClr>
                <a:srgbClr val="FFFFFF"/>
              </a:buClr>
              <a:buSzPts val="2800"/>
              <a:buFont typeface="Twentieth Century"/>
              <a:buNone/>
              <a:defRPr sz="2800" b="1" i="0" u="none">
                <a:solidFill>
                  <a:srgbClr val="FFFFFF"/>
                </a:solidFill>
                <a:latin typeface="Twentieth Century"/>
                <a:ea typeface="Twentieth Century"/>
                <a:cs typeface="Twentieth Century"/>
                <a:sym typeface="Twentieth Century"/>
              </a:defRPr>
            </a:lvl8pPr>
            <a:lvl9pPr marL="0" marR="0" lvl="8" indent="0" algn="ctr" rtl="0">
              <a:lnSpc>
                <a:spcPct val="100000"/>
              </a:lnSpc>
              <a:spcBef>
                <a:spcPts val="0"/>
              </a:spcBef>
              <a:spcAft>
                <a:spcPts val="0"/>
              </a:spcAft>
              <a:buClr>
                <a:srgbClr val="FFFFFF"/>
              </a:buClr>
              <a:buSzPts val="2800"/>
              <a:buFont typeface="Twentieth Century"/>
              <a:buNone/>
              <a:defRPr sz="2800" b="1" i="0" u="none">
                <a:solidFill>
                  <a:srgbClr val="FFFFFF"/>
                </a:solidFill>
                <a:latin typeface="Twentieth Century"/>
                <a:ea typeface="Twentieth Century"/>
                <a:cs typeface="Twentieth Century"/>
                <a:sym typeface="Twentieth Century"/>
              </a:defRPr>
            </a:lvl9pPr>
          </a:lstStyle>
          <a:p>
            <a:fld id="{00000000-1234-1234-1234-123412341234}" type="slidenum">
              <a:rPr lang="en-US" smtClean="0"/>
              <a:pPr/>
              <a:t>‹#›</a:t>
            </a:fld>
            <a:endParaRPr lang="en-US" sz="1400" b="0">
              <a:solidFill>
                <a:srgbClr val="000000"/>
              </a:solidFill>
              <a:latin typeface="Arial"/>
              <a:ea typeface="Arial"/>
              <a:cs typeface="Arial"/>
              <a:sym typeface="Arial"/>
            </a:endParaRPr>
          </a:p>
        </p:txBody>
      </p:sp>
      <p:sp>
        <p:nvSpPr>
          <p:cNvPr id="125" name="Google Shape;125;p16"/>
          <p:cNvSpPr txBox="1">
            <a:spLocks noGrp="1"/>
          </p:cNvSpPr>
          <p:nvPr>
            <p:ph type="ftr" idx="11"/>
          </p:nvPr>
        </p:nvSpPr>
        <p:spPr>
          <a:xfrm>
            <a:off x="2133600" y="6248401"/>
            <a:ext cx="60960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57"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3"/>
        <p:cNvGrpSpPr/>
        <p:nvPr/>
      </p:nvGrpSpPr>
      <p:grpSpPr>
        <a:xfrm>
          <a:off x="0" y="0"/>
          <a:ext cx="0" cy="0"/>
          <a:chOff x="0" y="0"/>
          <a:chExt cx="0" cy="0"/>
        </a:xfrm>
      </p:grpSpPr>
      <p:sp>
        <p:nvSpPr>
          <p:cNvPr id="134" name="Google Shape;134;p18"/>
          <p:cNvSpPr txBox="1"/>
          <p:nvPr/>
        </p:nvSpPr>
        <p:spPr>
          <a:xfrm>
            <a:off x="8128001" y="0"/>
            <a:ext cx="427567"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35" name="Google Shape;135;p18"/>
          <p:cNvSpPr txBox="1"/>
          <p:nvPr/>
        </p:nvSpPr>
        <p:spPr>
          <a:xfrm>
            <a:off x="8189383" y="609600"/>
            <a:ext cx="304800" cy="62484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36" name="Google Shape;136;p18"/>
          <p:cNvSpPr txBox="1"/>
          <p:nvPr/>
        </p:nvSpPr>
        <p:spPr>
          <a:xfrm>
            <a:off x="8189383" y="0"/>
            <a:ext cx="304800" cy="5334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37" name="Google Shape;137;p18"/>
          <p:cNvSpPr txBox="1">
            <a:spLocks noGrp="1"/>
          </p:cNvSpPr>
          <p:nvPr>
            <p:ph type="title"/>
          </p:nvPr>
        </p:nvSpPr>
        <p:spPr>
          <a:xfrm>
            <a:off x="812800" y="228600"/>
            <a:ext cx="10871200" cy="9906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4400" b="0" i="0" u="none" strike="noStrike" cap="none">
                <a:solidFill>
                  <a:schemeClr val="dk2"/>
                </a:solidFill>
                <a:latin typeface="Twentieth Century"/>
                <a:ea typeface="Twentieth Century"/>
                <a:cs typeface="Twentieth Century"/>
                <a:sym typeface="Twentieth Century"/>
              </a:defRPr>
            </a:lvl1pPr>
            <a:lvl2pPr marR="0" lvl="1" algn="l" rtl="0">
              <a:spcBef>
                <a:spcPts val="0"/>
              </a:spcBef>
              <a:spcAft>
                <a:spcPts val="0"/>
              </a:spcAft>
              <a:buSzPts val="1400"/>
              <a:buNone/>
              <a:defRPr sz="4400" b="0" i="0" u="none" strike="noStrike" cap="none">
                <a:solidFill>
                  <a:schemeClr val="dk2"/>
                </a:solidFill>
                <a:latin typeface="Twentieth Century"/>
                <a:ea typeface="Twentieth Century"/>
                <a:cs typeface="Twentieth Century"/>
                <a:sym typeface="Twentieth Century"/>
              </a:defRPr>
            </a:lvl2pPr>
            <a:lvl3pPr marR="0" lvl="2" algn="l" rtl="0">
              <a:spcBef>
                <a:spcPts val="0"/>
              </a:spcBef>
              <a:spcAft>
                <a:spcPts val="0"/>
              </a:spcAft>
              <a:buSzPts val="1400"/>
              <a:buNone/>
              <a:defRPr sz="4400" b="0" i="0" u="none" strike="noStrike" cap="none">
                <a:solidFill>
                  <a:schemeClr val="dk2"/>
                </a:solidFill>
                <a:latin typeface="Twentieth Century"/>
                <a:ea typeface="Twentieth Century"/>
                <a:cs typeface="Twentieth Century"/>
                <a:sym typeface="Twentieth Century"/>
              </a:defRPr>
            </a:lvl3pPr>
            <a:lvl4pPr marR="0" lvl="3" algn="l" rtl="0">
              <a:spcBef>
                <a:spcPts val="0"/>
              </a:spcBef>
              <a:spcAft>
                <a:spcPts val="0"/>
              </a:spcAft>
              <a:buSzPts val="1400"/>
              <a:buNone/>
              <a:defRPr sz="4400" b="0" i="0" u="none" strike="noStrike" cap="none">
                <a:solidFill>
                  <a:schemeClr val="dk2"/>
                </a:solidFill>
                <a:latin typeface="Twentieth Century"/>
                <a:ea typeface="Twentieth Century"/>
                <a:cs typeface="Twentieth Century"/>
                <a:sym typeface="Twentieth Century"/>
              </a:defRPr>
            </a:lvl4pPr>
            <a:lvl5pPr marR="0" lvl="4" algn="l" rtl="0">
              <a:spcBef>
                <a:spcPts val="0"/>
              </a:spcBef>
              <a:spcAft>
                <a:spcPts val="0"/>
              </a:spcAft>
              <a:buSzPts val="1400"/>
              <a:buNone/>
              <a:defRPr sz="4400" b="0" i="0" u="none" strike="noStrike" cap="none">
                <a:solidFill>
                  <a:schemeClr val="dk2"/>
                </a:solidFill>
                <a:latin typeface="Twentieth Century"/>
                <a:ea typeface="Twentieth Century"/>
                <a:cs typeface="Twentieth Century"/>
                <a:sym typeface="Twentieth Century"/>
              </a:defRPr>
            </a:lvl5pPr>
            <a:lvl6pPr marR="0" lvl="5" algn="l" rtl="0">
              <a:spcBef>
                <a:spcPts val="0"/>
              </a:spcBef>
              <a:spcAft>
                <a:spcPts val="0"/>
              </a:spcAft>
              <a:buSzPts val="1400"/>
              <a:buNone/>
              <a:defRPr sz="4400" b="0" i="0" u="none" strike="noStrike" cap="none">
                <a:solidFill>
                  <a:schemeClr val="dk2"/>
                </a:solidFill>
                <a:latin typeface="Twentieth Century"/>
                <a:ea typeface="Twentieth Century"/>
                <a:cs typeface="Twentieth Century"/>
                <a:sym typeface="Twentieth Century"/>
              </a:defRPr>
            </a:lvl6pPr>
            <a:lvl7pPr marR="0" lvl="6" algn="l" rtl="0">
              <a:spcBef>
                <a:spcPts val="0"/>
              </a:spcBef>
              <a:spcAft>
                <a:spcPts val="0"/>
              </a:spcAft>
              <a:buSzPts val="1400"/>
              <a:buNone/>
              <a:defRPr sz="4400" b="0" i="0" u="none" strike="noStrike" cap="none">
                <a:solidFill>
                  <a:schemeClr val="dk2"/>
                </a:solidFill>
                <a:latin typeface="Twentieth Century"/>
                <a:ea typeface="Twentieth Century"/>
                <a:cs typeface="Twentieth Century"/>
                <a:sym typeface="Twentieth Century"/>
              </a:defRPr>
            </a:lvl7pPr>
            <a:lvl8pPr marR="0" lvl="7" algn="l" rtl="0">
              <a:spcBef>
                <a:spcPts val="0"/>
              </a:spcBef>
              <a:spcAft>
                <a:spcPts val="0"/>
              </a:spcAft>
              <a:buSzPts val="1400"/>
              <a:buNone/>
              <a:defRPr sz="4400" b="0" i="0" u="none" strike="noStrike" cap="none">
                <a:solidFill>
                  <a:schemeClr val="dk2"/>
                </a:solidFill>
                <a:latin typeface="Twentieth Century"/>
                <a:ea typeface="Twentieth Century"/>
                <a:cs typeface="Twentieth Century"/>
                <a:sym typeface="Twentieth Century"/>
              </a:defRPr>
            </a:lvl8pPr>
            <a:lvl9pPr marR="0" lvl="8" algn="l" rtl="0">
              <a:spcBef>
                <a:spcPts val="0"/>
              </a:spcBef>
              <a:spcAft>
                <a:spcPts val="0"/>
              </a:spcAft>
              <a:buSzPts val="1400"/>
              <a:buNone/>
              <a:defRPr sz="4400" b="0" i="0" u="none" strike="noStrike" cap="none">
                <a:solidFill>
                  <a:schemeClr val="dk2"/>
                </a:solidFill>
                <a:latin typeface="Twentieth Century"/>
                <a:ea typeface="Twentieth Century"/>
                <a:cs typeface="Twentieth Century"/>
                <a:sym typeface="Twentieth Century"/>
              </a:defRPr>
            </a:lvl9pPr>
          </a:lstStyle>
          <a:p>
            <a:endParaRPr/>
          </a:p>
        </p:txBody>
      </p:sp>
      <p:sp>
        <p:nvSpPr>
          <p:cNvPr id="138" name="Google Shape;138;p18"/>
          <p:cNvSpPr txBox="1">
            <a:spLocks noGrp="1"/>
          </p:cNvSpPr>
          <p:nvPr>
            <p:ph type="body" idx="1"/>
          </p:nvPr>
        </p:nvSpPr>
        <p:spPr>
          <a:xfrm>
            <a:off x="817033" y="1600200"/>
            <a:ext cx="10871200" cy="4525962"/>
          </a:xfrm>
          <a:prstGeom prst="rect">
            <a:avLst/>
          </a:prstGeom>
          <a:noFill/>
          <a:ln>
            <a:noFill/>
          </a:ln>
        </p:spPr>
        <p:txBody>
          <a:bodyPr spcFirstLastPara="1" wrap="square" lIns="91425" tIns="45700" rIns="91425" bIns="45700" anchor="t" anchorCtr="0">
            <a:noAutofit/>
          </a:bodyPr>
          <a:lstStyle>
            <a:lvl1pPr marL="457200" marR="0" lvl="0" indent="-339090" algn="l" rtl="0">
              <a:spcBef>
                <a:spcPts val="700"/>
              </a:spcBef>
              <a:spcAft>
                <a:spcPts val="0"/>
              </a:spcAft>
              <a:buClr>
                <a:schemeClr val="accent2"/>
              </a:buClr>
              <a:buSzPts val="1740"/>
              <a:buFont typeface="Noto Sans Symbols"/>
              <a:buChar char="◻"/>
              <a:defRPr sz="2900" b="0" i="0" u="none" strike="noStrike" cap="none">
                <a:solidFill>
                  <a:schemeClr val="dk1"/>
                </a:solidFill>
                <a:latin typeface="Twentieth Century"/>
                <a:ea typeface="Twentieth Century"/>
                <a:cs typeface="Twentieth Century"/>
                <a:sym typeface="Twentieth Century"/>
              </a:defRPr>
            </a:lvl1pPr>
            <a:lvl2pPr marL="914400" marR="0" lvl="1" indent="-344170" algn="l" rtl="0">
              <a:spcBef>
                <a:spcPts val="550"/>
              </a:spcBef>
              <a:spcAft>
                <a:spcPts val="0"/>
              </a:spcAft>
              <a:buClr>
                <a:schemeClr val="accent1"/>
              </a:buClr>
              <a:buSzPts val="1820"/>
              <a:buFont typeface="Noto Sans Symbols"/>
              <a:buChar char="🞑"/>
              <a:defRPr sz="2600" b="0" i="0" u="none" strike="noStrike" cap="none">
                <a:solidFill>
                  <a:schemeClr val="dk1"/>
                </a:solidFill>
                <a:latin typeface="Twentieth Century"/>
                <a:ea typeface="Twentieth Century"/>
                <a:cs typeface="Twentieth Century"/>
                <a:sym typeface="Twentieth Century"/>
              </a:defRPr>
            </a:lvl2pPr>
            <a:lvl3pPr marL="1371600" marR="0" lvl="2" indent="-338138" algn="l" rtl="0">
              <a:spcBef>
                <a:spcPts val="500"/>
              </a:spcBef>
              <a:spcAft>
                <a:spcPts val="0"/>
              </a:spcAft>
              <a:buClr>
                <a:schemeClr val="accent2"/>
              </a:buClr>
              <a:buSzPts val="1725"/>
              <a:buFont typeface="Noto Sans Symbols"/>
              <a:buChar char="■"/>
              <a:defRPr sz="2300" b="0" i="0" u="none" strike="noStrike" cap="none">
                <a:solidFill>
                  <a:schemeClr val="dk1"/>
                </a:solidFill>
                <a:latin typeface="Twentieth Century"/>
                <a:ea typeface="Twentieth Century"/>
                <a:cs typeface="Twentieth Century"/>
                <a:sym typeface="Twentieth Century"/>
              </a:defRPr>
            </a:lvl3pPr>
            <a:lvl4pPr marL="1828800" marR="0" lvl="3" indent="-323850" algn="l" rtl="0">
              <a:spcBef>
                <a:spcPts val="400"/>
              </a:spcBef>
              <a:spcAft>
                <a:spcPts val="0"/>
              </a:spcAft>
              <a:buClr>
                <a:srgbClr val="A5AB81"/>
              </a:buClr>
              <a:buSzPts val="1500"/>
              <a:buFont typeface="Noto Sans Symbols"/>
              <a:buChar char="■"/>
              <a:defRPr sz="2000" b="0" i="0" u="none" strike="noStrike" cap="none">
                <a:solidFill>
                  <a:schemeClr val="dk1"/>
                </a:solidFill>
                <a:latin typeface="Twentieth Century"/>
                <a:ea typeface="Twentieth Century"/>
                <a:cs typeface="Twentieth Century"/>
                <a:sym typeface="Twentieth Century"/>
              </a:defRPr>
            </a:lvl4pPr>
            <a:lvl5pPr marL="2286000" marR="0" lvl="4" indent="-311150" algn="l" rtl="0">
              <a:spcBef>
                <a:spcPts val="400"/>
              </a:spcBef>
              <a:spcAft>
                <a:spcPts val="0"/>
              </a:spcAft>
              <a:buClr>
                <a:srgbClr val="D8B25C"/>
              </a:buClr>
              <a:buSzPts val="1300"/>
              <a:buFont typeface="Noto Sans Symbols"/>
              <a:buChar char="■"/>
              <a:defRPr sz="2000" b="0" i="0" u="none" strike="noStrike" cap="none">
                <a:solidFill>
                  <a:schemeClr val="dk1"/>
                </a:solidFill>
                <a:latin typeface="Twentieth Century"/>
                <a:ea typeface="Twentieth Century"/>
                <a:cs typeface="Twentieth Century"/>
                <a:sym typeface="Twentieth Century"/>
              </a:defRPr>
            </a:lvl5pPr>
            <a:lvl6pPr marL="2743200" marR="0" lvl="5" indent="-342900" algn="l" rtl="0">
              <a:spcBef>
                <a:spcPts val="360"/>
              </a:spcBef>
              <a:spcAft>
                <a:spcPts val="0"/>
              </a:spcAft>
              <a:buClr>
                <a:schemeClr val="accent1"/>
              </a:buClr>
              <a:buSzPts val="1800"/>
              <a:buFont typeface="Noto Sans Symbols"/>
              <a:buChar char="▪"/>
              <a:defRPr sz="1800" b="0" i="0" u="none" strike="noStrike" cap="none">
                <a:solidFill>
                  <a:schemeClr val="dk1"/>
                </a:solidFill>
                <a:latin typeface="Twentieth Century"/>
                <a:ea typeface="Twentieth Century"/>
                <a:cs typeface="Twentieth Century"/>
                <a:sym typeface="Twentieth Century"/>
              </a:defRPr>
            </a:lvl6pPr>
            <a:lvl7pPr marL="3200400" marR="0" lvl="6" indent="-342900" algn="l" rtl="0">
              <a:spcBef>
                <a:spcPts val="360"/>
              </a:spcBef>
              <a:spcAft>
                <a:spcPts val="0"/>
              </a:spcAft>
              <a:buClr>
                <a:schemeClr val="accent2"/>
              </a:buClr>
              <a:buSzPts val="1800"/>
              <a:buFont typeface="Noto Sans Symbols"/>
              <a:buChar char="▪"/>
              <a:defRPr sz="1800" b="0" i="0" u="none" strike="noStrike" cap="none">
                <a:solidFill>
                  <a:schemeClr val="dk1"/>
                </a:solidFill>
                <a:latin typeface="Twentieth Century"/>
                <a:ea typeface="Twentieth Century"/>
                <a:cs typeface="Twentieth Century"/>
                <a:sym typeface="Twentieth Century"/>
              </a:defRPr>
            </a:lvl7pPr>
            <a:lvl8pPr marL="3657600" marR="0" lvl="7" indent="-342900" algn="l" rtl="0">
              <a:spcBef>
                <a:spcPts val="360"/>
              </a:spcBef>
              <a:spcAft>
                <a:spcPts val="0"/>
              </a:spcAft>
              <a:buClr>
                <a:schemeClr val="accent3"/>
              </a:buClr>
              <a:buSzPts val="1800"/>
              <a:buFont typeface="Noto Sans Symbols"/>
              <a:buChar char="▪"/>
              <a:defRPr sz="1800" b="0" i="0" u="none" strike="noStrike" cap="none">
                <a:solidFill>
                  <a:schemeClr val="dk1"/>
                </a:solidFill>
                <a:latin typeface="Twentieth Century"/>
                <a:ea typeface="Twentieth Century"/>
                <a:cs typeface="Twentieth Century"/>
                <a:sym typeface="Twentieth Century"/>
              </a:defRPr>
            </a:lvl8pPr>
            <a:lvl9pPr marL="4114800" marR="0" lvl="8" indent="-342900" algn="l" rtl="0">
              <a:spcBef>
                <a:spcPts val="360"/>
              </a:spcBef>
              <a:spcAft>
                <a:spcPts val="0"/>
              </a:spcAft>
              <a:buClr>
                <a:schemeClr val="accent4"/>
              </a:buClr>
              <a:buSzPts val="1800"/>
              <a:buFont typeface="Noto Sans Symbols"/>
              <a:buChar char="▪"/>
              <a:defRPr sz="1800" b="0" i="0" u="none" strike="noStrike" cap="none">
                <a:solidFill>
                  <a:schemeClr val="dk1"/>
                </a:solidFill>
                <a:latin typeface="Twentieth Century"/>
                <a:ea typeface="Twentieth Century"/>
                <a:cs typeface="Twentieth Century"/>
                <a:sym typeface="Twentieth Century"/>
              </a:defRPr>
            </a:lvl9pPr>
          </a:lstStyle>
          <a:p>
            <a:endParaRPr/>
          </a:p>
        </p:txBody>
      </p:sp>
      <p:sp>
        <p:nvSpPr>
          <p:cNvPr id="139" name="Google Shape;139;p18"/>
          <p:cNvSpPr txBox="1">
            <a:spLocks noGrp="1"/>
          </p:cNvSpPr>
          <p:nvPr>
            <p:ph type="dt" idx="10"/>
          </p:nvPr>
        </p:nvSpPr>
        <p:spPr>
          <a:xfrm>
            <a:off x="8737600" y="6248401"/>
            <a:ext cx="2946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400" b="0" i="0" u="none">
                <a:solidFill>
                  <a:schemeClr val="dk2"/>
                </a:solidFill>
                <a:latin typeface="Twentieth Century"/>
                <a:ea typeface="Twentieth Century"/>
                <a:cs typeface="Twentieth Century"/>
                <a:sym typeface="Twentieth Century"/>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0" name="Google Shape;140;p18"/>
          <p:cNvSpPr txBox="1">
            <a:spLocks noGrp="1"/>
          </p:cNvSpPr>
          <p:nvPr>
            <p:ph type="ftr" idx="11"/>
          </p:nvPr>
        </p:nvSpPr>
        <p:spPr>
          <a:xfrm>
            <a:off x="609600" y="6248401"/>
            <a:ext cx="7431616"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1" name="Google Shape;141;p18"/>
          <p:cNvSpPr txBox="1">
            <a:spLocks noGrp="1"/>
          </p:cNvSpPr>
          <p:nvPr>
            <p:ph type="sldNum" idx="12"/>
          </p:nvPr>
        </p:nvSpPr>
        <p:spPr>
          <a:xfrm rot="5400000">
            <a:off x="8075083" y="103717"/>
            <a:ext cx="533400" cy="325967"/>
          </a:xfrm>
          <a:prstGeom prst="rect">
            <a:avLst/>
          </a:prstGeom>
          <a:noFill/>
          <a:ln>
            <a:noFill/>
          </a:ln>
        </p:spPr>
        <p:txBody>
          <a:bodyPr spcFirstLastPara="1" wrap="square" lIns="91425" tIns="45700" rIns="91425" bIns="45700" anchor="ctr" anchorCtr="0">
            <a:normAutofit/>
          </a:bodyPr>
          <a:lstStyle>
            <a:lvl1pPr marL="0" marR="0" lvl="0" indent="0" algn="ctr" rtl="0">
              <a:lnSpc>
                <a:spcPct val="100000"/>
              </a:lnSpc>
              <a:spcBef>
                <a:spcPts val="0"/>
              </a:spcBef>
              <a:spcAft>
                <a:spcPts val="0"/>
              </a:spcAft>
              <a:buClr>
                <a:srgbClr val="FFFFFF"/>
              </a:buClr>
              <a:buSzPts val="1400"/>
              <a:buFont typeface="Twentieth Century"/>
              <a:buNone/>
              <a:defRPr sz="1400" b="1" i="0" u="none">
                <a:solidFill>
                  <a:srgbClr val="FFFFFF"/>
                </a:solidFill>
                <a:latin typeface="Twentieth Century"/>
                <a:ea typeface="Twentieth Century"/>
                <a:cs typeface="Twentieth Century"/>
                <a:sym typeface="Twentieth Century"/>
              </a:defRPr>
            </a:lvl1pPr>
            <a:lvl2pPr marL="0" marR="0" lvl="1" indent="0" algn="ctr" rtl="0">
              <a:lnSpc>
                <a:spcPct val="100000"/>
              </a:lnSpc>
              <a:spcBef>
                <a:spcPts val="0"/>
              </a:spcBef>
              <a:spcAft>
                <a:spcPts val="0"/>
              </a:spcAft>
              <a:buClr>
                <a:srgbClr val="FFFFFF"/>
              </a:buClr>
              <a:buSzPts val="1400"/>
              <a:buFont typeface="Twentieth Century"/>
              <a:buNone/>
              <a:defRPr sz="1400" b="1" i="0" u="none">
                <a:solidFill>
                  <a:srgbClr val="FFFFFF"/>
                </a:solidFill>
                <a:latin typeface="Twentieth Century"/>
                <a:ea typeface="Twentieth Century"/>
                <a:cs typeface="Twentieth Century"/>
                <a:sym typeface="Twentieth Century"/>
              </a:defRPr>
            </a:lvl2pPr>
            <a:lvl3pPr marL="0" marR="0" lvl="2" indent="0" algn="ctr" rtl="0">
              <a:lnSpc>
                <a:spcPct val="100000"/>
              </a:lnSpc>
              <a:spcBef>
                <a:spcPts val="0"/>
              </a:spcBef>
              <a:spcAft>
                <a:spcPts val="0"/>
              </a:spcAft>
              <a:buClr>
                <a:srgbClr val="FFFFFF"/>
              </a:buClr>
              <a:buSzPts val="1400"/>
              <a:buFont typeface="Twentieth Century"/>
              <a:buNone/>
              <a:defRPr sz="1400" b="1" i="0" u="none">
                <a:solidFill>
                  <a:srgbClr val="FFFFFF"/>
                </a:solidFill>
                <a:latin typeface="Twentieth Century"/>
                <a:ea typeface="Twentieth Century"/>
                <a:cs typeface="Twentieth Century"/>
                <a:sym typeface="Twentieth Century"/>
              </a:defRPr>
            </a:lvl3pPr>
            <a:lvl4pPr marL="0" marR="0" lvl="3" indent="0" algn="ctr" rtl="0">
              <a:lnSpc>
                <a:spcPct val="100000"/>
              </a:lnSpc>
              <a:spcBef>
                <a:spcPts val="0"/>
              </a:spcBef>
              <a:spcAft>
                <a:spcPts val="0"/>
              </a:spcAft>
              <a:buClr>
                <a:srgbClr val="FFFFFF"/>
              </a:buClr>
              <a:buSzPts val="1400"/>
              <a:buFont typeface="Twentieth Century"/>
              <a:buNone/>
              <a:defRPr sz="1400" b="1" i="0" u="none">
                <a:solidFill>
                  <a:srgbClr val="FFFFFF"/>
                </a:solidFill>
                <a:latin typeface="Twentieth Century"/>
                <a:ea typeface="Twentieth Century"/>
                <a:cs typeface="Twentieth Century"/>
                <a:sym typeface="Twentieth Century"/>
              </a:defRPr>
            </a:lvl4pPr>
            <a:lvl5pPr marL="0" marR="0" lvl="4" indent="0" algn="ctr" rtl="0">
              <a:lnSpc>
                <a:spcPct val="100000"/>
              </a:lnSpc>
              <a:spcBef>
                <a:spcPts val="0"/>
              </a:spcBef>
              <a:spcAft>
                <a:spcPts val="0"/>
              </a:spcAft>
              <a:buClr>
                <a:srgbClr val="FFFFFF"/>
              </a:buClr>
              <a:buSzPts val="1400"/>
              <a:buFont typeface="Twentieth Century"/>
              <a:buNone/>
              <a:defRPr sz="1400" b="1" i="0" u="none">
                <a:solidFill>
                  <a:srgbClr val="FFFFFF"/>
                </a:solidFill>
                <a:latin typeface="Twentieth Century"/>
                <a:ea typeface="Twentieth Century"/>
                <a:cs typeface="Twentieth Century"/>
                <a:sym typeface="Twentieth Century"/>
              </a:defRPr>
            </a:lvl5pPr>
            <a:lvl6pPr marL="0" marR="0" lvl="5" indent="0" algn="ctr" rtl="0">
              <a:lnSpc>
                <a:spcPct val="100000"/>
              </a:lnSpc>
              <a:spcBef>
                <a:spcPts val="0"/>
              </a:spcBef>
              <a:spcAft>
                <a:spcPts val="0"/>
              </a:spcAft>
              <a:buClr>
                <a:srgbClr val="FFFFFF"/>
              </a:buClr>
              <a:buSzPts val="1400"/>
              <a:buFont typeface="Twentieth Century"/>
              <a:buNone/>
              <a:defRPr sz="1400" b="1" i="0" u="none">
                <a:solidFill>
                  <a:srgbClr val="FFFFFF"/>
                </a:solidFill>
                <a:latin typeface="Twentieth Century"/>
                <a:ea typeface="Twentieth Century"/>
                <a:cs typeface="Twentieth Century"/>
                <a:sym typeface="Twentieth Century"/>
              </a:defRPr>
            </a:lvl6pPr>
            <a:lvl7pPr marL="0" marR="0" lvl="6" indent="0" algn="ctr" rtl="0">
              <a:lnSpc>
                <a:spcPct val="100000"/>
              </a:lnSpc>
              <a:spcBef>
                <a:spcPts val="0"/>
              </a:spcBef>
              <a:spcAft>
                <a:spcPts val="0"/>
              </a:spcAft>
              <a:buClr>
                <a:srgbClr val="FFFFFF"/>
              </a:buClr>
              <a:buSzPts val="1400"/>
              <a:buFont typeface="Twentieth Century"/>
              <a:buNone/>
              <a:defRPr sz="1400" b="1" i="0" u="none">
                <a:solidFill>
                  <a:srgbClr val="FFFFFF"/>
                </a:solidFill>
                <a:latin typeface="Twentieth Century"/>
                <a:ea typeface="Twentieth Century"/>
                <a:cs typeface="Twentieth Century"/>
                <a:sym typeface="Twentieth Century"/>
              </a:defRPr>
            </a:lvl7pPr>
            <a:lvl8pPr marL="0" marR="0" lvl="7" indent="0" algn="ctr" rtl="0">
              <a:lnSpc>
                <a:spcPct val="100000"/>
              </a:lnSpc>
              <a:spcBef>
                <a:spcPts val="0"/>
              </a:spcBef>
              <a:spcAft>
                <a:spcPts val="0"/>
              </a:spcAft>
              <a:buClr>
                <a:srgbClr val="FFFFFF"/>
              </a:buClr>
              <a:buSzPts val="1400"/>
              <a:buFont typeface="Twentieth Century"/>
              <a:buNone/>
              <a:defRPr sz="1400" b="1" i="0" u="none">
                <a:solidFill>
                  <a:srgbClr val="FFFFFF"/>
                </a:solidFill>
                <a:latin typeface="Twentieth Century"/>
                <a:ea typeface="Twentieth Century"/>
                <a:cs typeface="Twentieth Century"/>
                <a:sym typeface="Twentieth Century"/>
              </a:defRPr>
            </a:lvl8pPr>
            <a:lvl9pPr marL="0" marR="0" lvl="8" indent="0" algn="ctr" rtl="0">
              <a:lnSpc>
                <a:spcPct val="100000"/>
              </a:lnSpc>
              <a:spcBef>
                <a:spcPts val="0"/>
              </a:spcBef>
              <a:spcAft>
                <a:spcPts val="0"/>
              </a:spcAft>
              <a:buClr>
                <a:srgbClr val="FFFFFF"/>
              </a:buClr>
              <a:buSzPts val="1400"/>
              <a:buFont typeface="Twentieth Century"/>
              <a:buNone/>
              <a:defRPr sz="1400" b="1" i="0" u="none">
                <a:solidFill>
                  <a:srgbClr val="FFFFFF"/>
                </a:solidFill>
                <a:latin typeface="Twentieth Century"/>
                <a:ea typeface="Twentieth Century"/>
                <a:cs typeface="Twentieth Century"/>
                <a:sym typeface="Twentieth Century"/>
              </a:defRPr>
            </a:lvl9pPr>
          </a:lstStyle>
          <a:p>
            <a:fld id="{00000000-1234-1234-1234-123412341234}" type="slidenum">
              <a:rPr lang="en-US" smtClean="0"/>
              <a:pPr/>
              <a:t>‹#›</a:t>
            </a:fld>
            <a:endParaRPr lang="en-US" b="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9"/>
        <p:cNvGrpSpPr/>
        <p:nvPr/>
      </p:nvGrpSpPr>
      <p:grpSpPr>
        <a:xfrm>
          <a:off x="0" y="0"/>
          <a:ext cx="0" cy="0"/>
          <a:chOff x="0" y="0"/>
          <a:chExt cx="0" cy="0"/>
        </a:xfrm>
      </p:grpSpPr>
      <p:sp>
        <p:nvSpPr>
          <p:cNvPr id="10" name="Google Shape;10;p1"/>
          <p:cNvSpPr txBox="1"/>
          <p:nvPr/>
        </p:nvSpPr>
        <p:spPr>
          <a:xfrm>
            <a:off x="0" y="5970587"/>
            <a:ext cx="12192000" cy="887412"/>
          </a:xfrm>
          <a:prstGeom prst="rect">
            <a:avLst/>
          </a:pr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lt1"/>
              </a:solidFill>
              <a:latin typeface="Arial"/>
              <a:ea typeface="Arial"/>
              <a:cs typeface="Arial"/>
              <a:sym typeface="Arial"/>
            </a:endParaRPr>
          </a:p>
        </p:txBody>
      </p:sp>
      <p:sp>
        <p:nvSpPr>
          <p:cNvPr id="11" name="Google Shape;11;p1"/>
          <p:cNvSpPr txBox="1"/>
          <p:nvPr/>
        </p:nvSpPr>
        <p:spPr>
          <a:xfrm>
            <a:off x="-12699" y="6053138"/>
            <a:ext cx="2999316" cy="712787"/>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lt1"/>
              </a:solidFill>
              <a:latin typeface="Arial"/>
              <a:ea typeface="Arial"/>
              <a:cs typeface="Arial"/>
              <a:sym typeface="Arial"/>
            </a:endParaRPr>
          </a:p>
        </p:txBody>
      </p:sp>
      <p:sp>
        <p:nvSpPr>
          <p:cNvPr id="12" name="Google Shape;12;p1"/>
          <p:cNvSpPr txBox="1"/>
          <p:nvPr/>
        </p:nvSpPr>
        <p:spPr>
          <a:xfrm>
            <a:off x="3145368" y="6043613"/>
            <a:ext cx="9046633" cy="714375"/>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lt1"/>
              </a:solidFill>
              <a:latin typeface="Arial"/>
              <a:ea typeface="Arial"/>
              <a:cs typeface="Arial"/>
              <a:sym typeface="Arial"/>
            </a:endParaRPr>
          </a:p>
        </p:txBody>
      </p:sp>
      <p:sp>
        <p:nvSpPr>
          <p:cNvPr id="13" name="Google Shape;13;p1"/>
          <p:cNvSpPr txBox="1">
            <a:spLocks noGrp="1"/>
          </p:cNvSpPr>
          <p:nvPr>
            <p:ph type="title"/>
          </p:nvPr>
        </p:nvSpPr>
        <p:spPr>
          <a:xfrm>
            <a:off x="812800" y="228600"/>
            <a:ext cx="10871200" cy="9906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4400" b="0" i="0" u="none" strike="noStrike" cap="none">
                <a:solidFill>
                  <a:schemeClr val="lt2"/>
                </a:solidFill>
                <a:latin typeface="Twentieth Century"/>
                <a:ea typeface="Twentieth Century"/>
                <a:cs typeface="Twentieth Century"/>
                <a:sym typeface="Twentieth Century"/>
              </a:defRPr>
            </a:lvl1pPr>
            <a:lvl2pPr marR="0" lvl="1" algn="l" rtl="0">
              <a:spcBef>
                <a:spcPts val="0"/>
              </a:spcBef>
              <a:spcAft>
                <a:spcPts val="0"/>
              </a:spcAft>
              <a:buSzPts val="1400"/>
              <a:buNone/>
              <a:defRPr sz="4400" b="0" i="0" u="none" strike="noStrike" cap="none">
                <a:solidFill>
                  <a:schemeClr val="lt2"/>
                </a:solidFill>
                <a:latin typeface="Twentieth Century"/>
                <a:ea typeface="Twentieth Century"/>
                <a:cs typeface="Twentieth Century"/>
                <a:sym typeface="Twentieth Century"/>
              </a:defRPr>
            </a:lvl2pPr>
            <a:lvl3pPr marR="0" lvl="2" algn="l" rtl="0">
              <a:spcBef>
                <a:spcPts val="0"/>
              </a:spcBef>
              <a:spcAft>
                <a:spcPts val="0"/>
              </a:spcAft>
              <a:buSzPts val="1400"/>
              <a:buNone/>
              <a:defRPr sz="4400" b="0" i="0" u="none" strike="noStrike" cap="none">
                <a:solidFill>
                  <a:schemeClr val="lt2"/>
                </a:solidFill>
                <a:latin typeface="Twentieth Century"/>
                <a:ea typeface="Twentieth Century"/>
                <a:cs typeface="Twentieth Century"/>
                <a:sym typeface="Twentieth Century"/>
              </a:defRPr>
            </a:lvl3pPr>
            <a:lvl4pPr marR="0" lvl="3" algn="l" rtl="0">
              <a:spcBef>
                <a:spcPts val="0"/>
              </a:spcBef>
              <a:spcAft>
                <a:spcPts val="0"/>
              </a:spcAft>
              <a:buSzPts val="1400"/>
              <a:buNone/>
              <a:defRPr sz="4400" b="0" i="0" u="none" strike="noStrike" cap="none">
                <a:solidFill>
                  <a:schemeClr val="lt2"/>
                </a:solidFill>
                <a:latin typeface="Twentieth Century"/>
                <a:ea typeface="Twentieth Century"/>
                <a:cs typeface="Twentieth Century"/>
                <a:sym typeface="Twentieth Century"/>
              </a:defRPr>
            </a:lvl4pPr>
            <a:lvl5pPr marR="0" lvl="4" algn="l" rtl="0">
              <a:spcBef>
                <a:spcPts val="0"/>
              </a:spcBef>
              <a:spcAft>
                <a:spcPts val="0"/>
              </a:spcAft>
              <a:buSzPts val="1400"/>
              <a:buNone/>
              <a:defRPr sz="4400" b="0" i="0" u="none" strike="noStrike" cap="none">
                <a:solidFill>
                  <a:schemeClr val="lt2"/>
                </a:solidFill>
                <a:latin typeface="Twentieth Century"/>
                <a:ea typeface="Twentieth Century"/>
                <a:cs typeface="Twentieth Century"/>
                <a:sym typeface="Twentieth Century"/>
              </a:defRPr>
            </a:lvl5pPr>
            <a:lvl6pPr marR="0" lvl="5" algn="l" rtl="0">
              <a:spcBef>
                <a:spcPts val="0"/>
              </a:spcBef>
              <a:spcAft>
                <a:spcPts val="0"/>
              </a:spcAft>
              <a:buSzPts val="1400"/>
              <a:buNone/>
              <a:defRPr sz="4400" b="0" i="0" u="none" strike="noStrike" cap="none">
                <a:solidFill>
                  <a:schemeClr val="lt2"/>
                </a:solidFill>
                <a:latin typeface="Twentieth Century"/>
                <a:ea typeface="Twentieth Century"/>
                <a:cs typeface="Twentieth Century"/>
                <a:sym typeface="Twentieth Century"/>
              </a:defRPr>
            </a:lvl6pPr>
            <a:lvl7pPr marR="0" lvl="6" algn="l" rtl="0">
              <a:spcBef>
                <a:spcPts val="0"/>
              </a:spcBef>
              <a:spcAft>
                <a:spcPts val="0"/>
              </a:spcAft>
              <a:buSzPts val="1400"/>
              <a:buNone/>
              <a:defRPr sz="4400" b="0" i="0" u="none" strike="noStrike" cap="none">
                <a:solidFill>
                  <a:schemeClr val="lt2"/>
                </a:solidFill>
                <a:latin typeface="Twentieth Century"/>
                <a:ea typeface="Twentieth Century"/>
                <a:cs typeface="Twentieth Century"/>
                <a:sym typeface="Twentieth Century"/>
              </a:defRPr>
            </a:lvl7pPr>
            <a:lvl8pPr marR="0" lvl="7" algn="l" rtl="0">
              <a:spcBef>
                <a:spcPts val="0"/>
              </a:spcBef>
              <a:spcAft>
                <a:spcPts val="0"/>
              </a:spcAft>
              <a:buSzPts val="1400"/>
              <a:buNone/>
              <a:defRPr sz="4400" b="0" i="0" u="none" strike="noStrike" cap="none">
                <a:solidFill>
                  <a:schemeClr val="lt2"/>
                </a:solidFill>
                <a:latin typeface="Twentieth Century"/>
                <a:ea typeface="Twentieth Century"/>
                <a:cs typeface="Twentieth Century"/>
                <a:sym typeface="Twentieth Century"/>
              </a:defRPr>
            </a:lvl8pPr>
            <a:lvl9pPr marR="0" lvl="8" algn="l" rtl="0">
              <a:spcBef>
                <a:spcPts val="0"/>
              </a:spcBef>
              <a:spcAft>
                <a:spcPts val="0"/>
              </a:spcAft>
              <a:buSzPts val="1400"/>
              <a:buNone/>
              <a:defRPr sz="4400" b="0" i="0" u="none" strike="noStrike" cap="none">
                <a:solidFill>
                  <a:schemeClr val="lt2"/>
                </a:solidFill>
                <a:latin typeface="Twentieth Century"/>
                <a:ea typeface="Twentieth Century"/>
                <a:cs typeface="Twentieth Century"/>
                <a:sym typeface="Twentieth Century"/>
              </a:defRPr>
            </a:lvl9pPr>
          </a:lstStyle>
          <a:p>
            <a:endParaRPr/>
          </a:p>
        </p:txBody>
      </p:sp>
      <p:sp>
        <p:nvSpPr>
          <p:cNvPr id="14" name="Google Shape;14;p1"/>
          <p:cNvSpPr txBox="1">
            <a:spLocks noGrp="1"/>
          </p:cNvSpPr>
          <p:nvPr>
            <p:ph type="body" idx="1"/>
          </p:nvPr>
        </p:nvSpPr>
        <p:spPr>
          <a:xfrm>
            <a:off x="817033" y="1600200"/>
            <a:ext cx="10871200" cy="4525962"/>
          </a:xfrm>
          <a:prstGeom prst="rect">
            <a:avLst/>
          </a:prstGeom>
          <a:noFill/>
          <a:ln>
            <a:noFill/>
          </a:ln>
        </p:spPr>
        <p:txBody>
          <a:bodyPr spcFirstLastPara="1" wrap="square" lIns="91425" tIns="45700" rIns="91425" bIns="45700" anchor="t" anchorCtr="0">
            <a:noAutofit/>
          </a:bodyPr>
          <a:lstStyle>
            <a:lvl1pPr marL="457200" marR="0" lvl="0" indent="-339090" algn="l" rtl="0">
              <a:spcBef>
                <a:spcPts val="700"/>
              </a:spcBef>
              <a:spcAft>
                <a:spcPts val="0"/>
              </a:spcAft>
              <a:buClr>
                <a:schemeClr val="accent2"/>
              </a:buClr>
              <a:buSzPts val="1740"/>
              <a:buFont typeface="Noto Sans Symbols"/>
              <a:buChar char="◻"/>
              <a:defRPr sz="2900" b="0" i="0" u="none" strike="noStrike" cap="none">
                <a:solidFill>
                  <a:schemeClr val="lt1"/>
                </a:solidFill>
                <a:latin typeface="Twentieth Century"/>
                <a:ea typeface="Twentieth Century"/>
                <a:cs typeface="Twentieth Century"/>
                <a:sym typeface="Twentieth Century"/>
              </a:defRPr>
            </a:lvl1pPr>
            <a:lvl2pPr marL="914400" marR="0" lvl="1" indent="-344170" algn="l" rtl="0">
              <a:spcBef>
                <a:spcPts val="550"/>
              </a:spcBef>
              <a:spcAft>
                <a:spcPts val="0"/>
              </a:spcAft>
              <a:buClr>
                <a:schemeClr val="accent1"/>
              </a:buClr>
              <a:buSzPts val="1820"/>
              <a:buFont typeface="Noto Sans Symbols"/>
              <a:buChar char="🞑"/>
              <a:defRPr sz="2600" b="0" i="0" u="none" strike="noStrike" cap="none">
                <a:solidFill>
                  <a:schemeClr val="lt1"/>
                </a:solidFill>
                <a:latin typeface="Twentieth Century"/>
                <a:ea typeface="Twentieth Century"/>
                <a:cs typeface="Twentieth Century"/>
                <a:sym typeface="Twentieth Century"/>
              </a:defRPr>
            </a:lvl2pPr>
            <a:lvl3pPr marL="1371600" marR="0" lvl="2" indent="-338138" algn="l" rtl="0">
              <a:spcBef>
                <a:spcPts val="500"/>
              </a:spcBef>
              <a:spcAft>
                <a:spcPts val="0"/>
              </a:spcAft>
              <a:buClr>
                <a:schemeClr val="accent2"/>
              </a:buClr>
              <a:buSzPts val="1725"/>
              <a:buFont typeface="Noto Sans Symbols"/>
              <a:buChar char="■"/>
              <a:defRPr sz="2300" b="0" i="0" u="none" strike="noStrike" cap="none">
                <a:solidFill>
                  <a:schemeClr val="lt1"/>
                </a:solidFill>
                <a:latin typeface="Twentieth Century"/>
                <a:ea typeface="Twentieth Century"/>
                <a:cs typeface="Twentieth Century"/>
                <a:sym typeface="Twentieth Century"/>
              </a:defRPr>
            </a:lvl3pPr>
            <a:lvl4pPr marL="1828800" marR="0" lvl="3" indent="-323850" algn="l" rtl="0">
              <a:spcBef>
                <a:spcPts val="400"/>
              </a:spcBef>
              <a:spcAft>
                <a:spcPts val="0"/>
              </a:spcAft>
              <a:buClr>
                <a:srgbClr val="A5AB81"/>
              </a:buClr>
              <a:buSzPts val="1500"/>
              <a:buFont typeface="Noto Sans Symbols"/>
              <a:buChar char="■"/>
              <a:defRPr sz="2000" b="0" i="0" u="none" strike="noStrike" cap="none">
                <a:solidFill>
                  <a:schemeClr val="lt1"/>
                </a:solidFill>
                <a:latin typeface="Twentieth Century"/>
                <a:ea typeface="Twentieth Century"/>
                <a:cs typeface="Twentieth Century"/>
                <a:sym typeface="Twentieth Century"/>
              </a:defRPr>
            </a:lvl4pPr>
            <a:lvl5pPr marL="2286000" marR="0" lvl="4" indent="-311150" algn="l" rtl="0">
              <a:spcBef>
                <a:spcPts val="400"/>
              </a:spcBef>
              <a:spcAft>
                <a:spcPts val="0"/>
              </a:spcAft>
              <a:buClr>
                <a:srgbClr val="D8B25C"/>
              </a:buClr>
              <a:buSzPts val="1300"/>
              <a:buFont typeface="Noto Sans Symbols"/>
              <a:buChar char="■"/>
              <a:defRPr sz="2000" b="0" i="0" u="none" strike="noStrike" cap="none">
                <a:solidFill>
                  <a:schemeClr val="lt1"/>
                </a:solidFill>
                <a:latin typeface="Twentieth Century"/>
                <a:ea typeface="Twentieth Century"/>
                <a:cs typeface="Twentieth Century"/>
                <a:sym typeface="Twentieth Century"/>
              </a:defRPr>
            </a:lvl5pPr>
            <a:lvl6pPr marL="2743200" marR="0" lvl="5" indent="-342900" algn="l" rtl="0">
              <a:spcBef>
                <a:spcPts val="360"/>
              </a:spcBef>
              <a:spcAft>
                <a:spcPts val="0"/>
              </a:spcAft>
              <a:buClr>
                <a:schemeClr val="accent1"/>
              </a:buClr>
              <a:buSzPts val="1800"/>
              <a:buFont typeface="Noto Sans Symbols"/>
              <a:buChar char="▪"/>
              <a:defRPr sz="1800" b="0" i="0" u="none" strike="noStrike" cap="none">
                <a:solidFill>
                  <a:schemeClr val="lt1"/>
                </a:solidFill>
                <a:latin typeface="Twentieth Century"/>
                <a:ea typeface="Twentieth Century"/>
                <a:cs typeface="Twentieth Century"/>
                <a:sym typeface="Twentieth Century"/>
              </a:defRPr>
            </a:lvl6pPr>
            <a:lvl7pPr marL="3200400" marR="0" lvl="6" indent="-342900" algn="l" rtl="0">
              <a:spcBef>
                <a:spcPts val="360"/>
              </a:spcBef>
              <a:spcAft>
                <a:spcPts val="0"/>
              </a:spcAft>
              <a:buClr>
                <a:schemeClr val="accent2"/>
              </a:buClr>
              <a:buSzPts val="1800"/>
              <a:buFont typeface="Noto Sans Symbols"/>
              <a:buChar char="▪"/>
              <a:defRPr sz="1800" b="0" i="0" u="none" strike="noStrike" cap="none">
                <a:solidFill>
                  <a:schemeClr val="lt1"/>
                </a:solidFill>
                <a:latin typeface="Twentieth Century"/>
                <a:ea typeface="Twentieth Century"/>
                <a:cs typeface="Twentieth Century"/>
                <a:sym typeface="Twentieth Century"/>
              </a:defRPr>
            </a:lvl7pPr>
            <a:lvl8pPr marL="3657600" marR="0" lvl="7" indent="-342900" algn="l" rtl="0">
              <a:spcBef>
                <a:spcPts val="360"/>
              </a:spcBef>
              <a:spcAft>
                <a:spcPts val="0"/>
              </a:spcAft>
              <a:buClr>
                <a:schemeClr val="accent3"/>
              </a:buClr>
              <a:buSzPts val="1800"/>
              <a:buFont typeface="Noto Sans Symbols"/>
              <a:buChar char="▪"/>
              <a:defRPr sz="1800" b="0" i="0" u="none" strike="noStrike" cap="none">
                <a:solidFill>
                  <a:schemeClr val="lt1"/>
                </a:solidFill>
                <a:latin typeface="Twentieth Century"/>
                <a:ea typeface="Twentieth Century"/>
                <a:cs typeface="Twentieth Century"/>
                <a:sym typeface="Twentieth Century"/>
              </a:defRPr>
            </a:lvl8pPr>
            <a:lvl9pPr marL="4114800" marR="0" lvl="8" indent="-342900" algn="l" rtl="0">
              <a:spcBef>
                <a:spcPts val="360"/>
              </a:spcBef>
              <a:spcAft>
                <a:spcPts val="0"/>
              </a:spcAft>
              <a:buClr>
                <a:schemeClr val="accent4"/>
              </a:buClr>
              <a:buSzPts val="1800"/>
              <a:buFont typeface="Noto Sans Symbols"/>
              <a:buChar char="▪"/>
              <a:defRPr sz="1800" b="0" i="0" u="none" strike="noStrike" cap="none">
                <a:solidFill>
                  <a:schemeClr val="lt1"/>
                </a:solidFill>
                <a:latin typeface="Twentieth Century"/>
                <a:ea typeface="Twentieth Century"/>
                <a:cs typeface="Twentieth Century"/>
                <a:sym typeface="Twentieth Century"/>
              </a:defRPr>
            </a:lvl9pPr>
          </a:lstStyle>
          <a:p>
            <a:endParaRPr/>
          </a:p>
        </p:txBody>
      </p:sp>
      <p:sp>
        <p:nvSpPr>
          <p:cNvPr id="15" name="Google Shape;15;p1"/>
          <p:cNvSpPr txBox="1">
            <a:spLocks noGrp="1"/>
          </p:cNvSpPr>
          <p:nvPr>
            <p:ph type="dt" idx="10"/>
          </p:nvPr>
        </p:nvSpPr>
        <p:spPr>
          <a:xfrm>
            <a:off x="101600" y="6069012"/>
            <a:ext cx="2743200" cy="6858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SzPts val="1400"/>
              <a:buNone/>
              <a:defRPr sz="2000" b="0" i="0" u="none">
                <a:solidFill>
                  <a:srgbClr val="FFFFFF"/>
                </a:solidFill>
                <a:latin typeface="Twentieth Century"/>
                <a:ea typeface="Twentieth Century"/>
                <a:cs typeface="Twentieth Century"/>
                <a:sym typeface="Twentieth Century"/>
              </a:defRPr>
            </a:lvl1pPr>
            <a:lvl2pPr marR="0" lvl="1" algn="l" rtl="0">
              <a:lnSpc>
                <a:spcPct val="100000"/>
              </a:lnSpc>
              <a:spcBef>
                <a:spcPts val="0"/>
              </a:spcBef>
              <a:spcAft>
                <a:spcPts val="0"/>
              </a:spcAft>
              <a:buSzPts val="1400"/>
              <a:buNone/>
              <a:defRPr sz="1800" b="0" i="0" u="none" strike="noStrike" cap="none">
                <a:solidFill>
                  <a:schemeClr val="lt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lt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lt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lt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lt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lt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lt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lt1"/>
                </a:solidFill>
                <a:latin typeface="Arial"/>
                <a:ea typeface="Arial"/>
                <a:cs typeface="Arial"/>
                <a:sym typeface="Arial"/>
              </a:defRPr>
            </a:lvl9pPr>
          </a:lstStyle>
          <a:p>
            <a:endParaRPr/>
          </a:p>
        </p:txBody>
      </p:sp>
      <p:sp>
        <p:nvSpPr>
          <p:cNvPr id="16" name="Google Shape;16;p1"/>
          <p:cNvSpPr txBox="1">
            <a:spLocks noGrp="1"/>
          </p:cNvSpPr>
          <p:nvPr>
            <p:ph type="ftr" idx="11"/>
          </p:nvPr>
        </p:nvSpPr>
        <p:spPr>
          <a:xfrm>
            <a:off x="2781300" y="236538"/>
            <a:ext cx="782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800" b="0" i="0" u="none">
                <a:solidFill>
                  <a:schemeClr val="lt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lt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lt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lt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lt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lt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lt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lt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lt1"/>
                </a:solidFill>
                <a:latin typeface="Arial"/>
                <a:ea typeface="Arial"/>
                <a:cs typeface="Arial"/>
                <a:sym typeface="Arial"/>
              </a:defRPr>
            </a:lvl9pPr>
          </a:lstStyle>
          <a:p>
            <a:endParaRPr/>
          </a:p>
        </p:txBody>
      </p:sp>
      <p:sp>
        <p:nvSpPr>
          <p:cNvPr id="17" name="Google Shape;17;p1"/>
          <p:cNvSpPr txBox="1">
            <a:spLocks noGrp="1"/>
          </p:cNvSpPr>
          <p:nvPr>
            <p:ph type="sldNum" idx="12"/>
          </p:nvPr>
        </p:nvSpPr>
        <p:spPr>
          <a:xfrm>
            <a:off x="10668000" y="228600"/>
            <a:ext cx="1117600" cy="381000"/>
          </a:xfrm>
          <a:prstGeom prst="rect">
            <a:avLst/>
          </a:prstGeom>
          <a:noFill/>
          <a:ln>
            <a:noFill/>
          </a:ln>
        </p:spPr>
        <p:txBody>
          <a:bodyPr spcFirstLastPara="1" wrap="square" lIns="91425" tIns="45700" rIns="91425" bIns="45700" anchor="ctr" anchorCtr="0">
            <a:normAutofit/>
          </a:bodyPr>
          <a:lstStyle>
            <a:lvl1pPr marL="0" marR="0" lvl="0" indent="0" algn="ctr" rtl="0">
              <a:lnSpc>
                <a:spcPct val="100000"/>
              </a:lnSpc>
              <a:spcBef>
                <a:spcPts val="0"/>
              </a:spcBef>
              <a:spcAft>
                <a:spcPts val="0"/>
              </a:spcAft>
              <a:buClr>
                <a:schemeClr val="lt2"/>
              </a:buClr>
              <a:buSzPts val="1400"/>
              <a:buFont typeface="Twentieth Century"/>
              <a:buNone/>
              <a:defRPr sz="1400" b="1" i="0" u="none">
                <a:solidFill>
                  <a:schemeClr val="lt2"/>
                </a:solidFill>
                <a:latin typeface="Twentieth Century"/>
                <a:ea typeface="Twentieth Century"/>
                <a:cs typeface="Twentieth Century"/>
                <a:sym typeface="Twentieth Century"/>
              </a:defRPr>
            </a:lvl1pPr>
            <a:lvl2pPr marL="0" marR="0" lvl="1" indent="0" algn="ctr" rtl="0">
              <a:lnSpc>
                <a:spcPct val="100000"/>
              </a:lnSpc>
              <a:spcBef>
                <a:spcPts val="0"/>
              </a:spcBef>
              <a:spcAft>
                <a:spcPts val="0"/>
              </a:spcAft>
              <a:buClr>
                <a:schemeClr val="lt2"/>
              </a:buClr>
              <a:buSzPts val="1400"/>
              <a:buFont typeface="Twentieth Century"/>
              <a:buNone/>
              <a:defRPr sz="1400" b="1" i="0" u="none">
                <a:solidFill>
                  <a:schemeClr val="lt2"/>
                </a:solidFill>
                <a:latin typeface="Twentieth Century"/>
                <a:ea typeface="Twentieth Century"/>
                <a:cs typeface="Twentieth Century"/>
                <a:sym typeface="Twentieth Century"/>
              </a:defRPr>
            </a:lvl2pPr>
            <a:lvl3pPr marL="0" marR="0" lvl="2" indent="0" algn="ctr" rtl="0">
              <a:lnSpc>
                <a:spcPct val="100000"/>
              </a:lnSpc>
              <a:spcBef>
                <a:spcPts val="0"/>
              </a:spcBef>
              <a:spcAft>
                <a:spcPts val="0"/>
              </a:spcAft>
              <a:buClr>
                <a:schemeClr val="lt2"/>
              </a:buClr>
              <a:buSzPts val="1400"/>
              <a:buFont typeface="Twentieth Century"/>
              <a:buNone/>
              <a:defRPr sz="1400" b="1" i="0" u="none">
                <a:solidFill>
                  <a:schemeClr val="lt2"/>
                </a:solidFill>
                <a:latin typeface="Twentieth Century"/>
                <a:ea typeface="Twentieth Century"/>
                <a:cs typeface="Twentieth Century"/>
                <a:sym typeface="Twentieth Century"/>
              </a:defRPr>
            </a:lvl3pPr>
            <a:lvl4pPr marL="0" marR="0" lvl="3" indent="0" algn="ctr" rtl="0">
              <a:lnSpc>
                <a:spcPct val="100000"/>
              </a:lnSpc>
              <a:spcBef>
                <a:spcPts val="0"/>
              </a:spcBef>
              <a:spcAft>
                <a:spcPts val="0"/>
              </a:spcAft>
              <a:buClr>
                <a:schemeClr val="lt2"/>
              </a:buClr>
              <a:buSzPts val="1400"/>
              <a:buFont typeface="Twentieth Century"/>
              <a:buNone/>
              <a:defRPr sz="1400" b="1" i="0" u="none">
                <a:solidFill>
                  <a:schemeClr val="lt2"/>
                </a:solidFill>
                <a:latin typeface="Twentieth Century"/>
                <a:ea typeface="Twentieth Century"/>
                <a:cs typeface="Twentieth Century"/>
                <a:sym typeface="Twentieth Century"/>
              </a:defRPr>
            </a:lvl4pPr>
            <a:lvl5pPr marL="0" marR="0" lvl="4" indent="0" algn="ctr" rtl="0">
              <a:lnSpc>
                <a:spcPct val="100000"/>
              </a:lnSpc>
              <a:spcBef>
                <a:spcPts val="0"/>
              </a:spcBef>
              <a:spcAft>
                <a:spcPts val="0"/>
              </a:spcAft>
              <a:buClr>
                <a:schemeClr val="lt2"/>
              </a:buClr>
              <a:buSzPts val="1400"/>
              <a:buFont typeface="Twentieth Century"/>
              <a:buNone/>
              <a:defRPr sz="1400" b="1" i="0" u="none">
                <a:solidFill>
                  <a:schemeClr val="lt2"/>
                </a:solidFill>
                <a:latin typeface="Twentieth Century"/>
                <a:ea typeface="Twentieth Century"/>
                <a:cs typeface="Twentieth Century"/>
                <a:sym typeface="Twentieth Century"/>
              </a:defRPr>
            </a:lvl5pPr>
            <a:lvl6pPr marL="0" marR="0" lvl="5" indent="0" algn="ctr" rtl="0">
              <a:lnSpc>
                <a:spcPct val="100000"/>
              </a:lnSpc>
              <a:spcBef>
                <a:spcPts val="0"/>
              </a:spcBef>
              <a:spcAft>
                <a:spcPts val="0"/>
              </a:spcAft>
              <a:buClr>
                <a:schemeClr val="lt2"/>
              </a:buClr>
              <a:buSzPts val="1400"/>
              <a:buFont typeface="Twentieth Century"/>
              <a:buNone/>
              <a:defRPr sz="1400" b="1" i="0" u="none">
                <a:solidFill>
                  <a:schemeClr val="lt2"/>
                </a:solidFill>
                <a:latin typeface="Twentieth Century"/>
                <a:ea typeface="Twentieth Century"/>
                <a:cs typeface="Twentieth Century"/>
                <a:sym typeface="Twentieth Century"/>
              </a:defRPr>
            </a:lvl6pPr>
            <a:lvl7pPr marL="0" marR="0" lvl="6" indent="0" algn="ctr" rtl="0">
              <a:lnSpc>
                <a:spcPct val="100000"/>
              </a:lnSpc>
              <a:spcBef>
                <a:spcPts val="0"/>
              </a:spcBef>
              <a:spcAft>
                <a:spcPts val="0"/>
              </a:spcAft>
              <a:buClr>
                <a:schemeClr val="lt2"/>
              </a:buClr>
              <a:buSzPts val="1400"/>
              <a:buFont typeface="Twentieth Century"/>
              <a:buNone/>
              <a:defRPr sz="1400" b="1" i="0" u="none">
                <a:solidFill>
                  <a:schemeClr val="lt2"/>
                </a:solidFill>
                <a:latin typeface="Twentieth Century"/>
                <a:ea typeface="Twentieth Century"/>
                <a:cs typeface="Twentieth Century"/>
                <a:sym typeface="Twentieth Century"/>
              </a:defRPr>
            </a:lvl7pPr>
            <a:lvl8pPr marL="0" marR="0" lvl="7" indent="0" algn="ctr" rtl="0">
              <a:lnSpc>
                <a:spcPct val="100000"/>
              </a:lnSpc>
              <a:spcBef>
                <a:spcPts val="0"/>
              </a:spcBef>
              <a:spcAft>
                <a:spcPts val="0"/>
              </a:spcAft>
              <a:buClr>
                <a:schemeClr val="lt2"/>
              </a:buClr>
              <a:buSzPts val="1400"/>
              <a:buFont typeface="Twentieth Century"/>
              <a:buNone/>
              <a:defRPr sz="1400" b="1" i="0" u="none">
                <a:solidFill>
                  <a:schemeClr val="lt2"/>
                </a:solidFill>
                <a:latin typeface="Twentieth Century"/>
                <a:ea typeface="Twentieth Century"/>
                <a:cs typeface="Twentieth Century"/>
                <a:sym typeface="Twentieth Century"/>
              </a:defRPr>
            </a:lvl8pPr>
            <a:lvl9pPr marL="0" marR="0" lvl="8" indent="0" algn="ctr" rtl="0">
              <a:lnSpc>
                <a:spcPct val="100000"/>
              </a:lnSpc>
              <a:spcBef>
                <a:spcPts val="0"/>
              </a:spcBef>
              <a:spcAft>
                <a:spcPts val="0"/>
              </a:spcAft>
              <a:buClr>
                <a:schemeClr val="lt2"/>
              </a:buClr>
              <a:buSzPts val="1400"/>
              <a:buFont typeface="Twentieth Century"/>
              <a:buNone/>
              <a:defRPr sz="1400" b="1" i="0" u="none">
                <a:solidFill>
                  <a:schemeClr val="lt2"/>
                </a:solidFill>
                <a:latin typeface="Twentieth Century"/>
                <a:ea typeface="Twentieth Century"/>
                <a:cs typeface="Twentieth Century"/>
                <a:sym typeface="Twentieth Century"/>
              </a:defRPr>
            </a:lvl9pPr>
          </a:lstStyle>
          <a:p>
            <a:fld id="{00000000-1234-1234-1234-123412341234}" type="slidenum">
              <a:rPr lang="en-US" smtClean="0"/>
              <a:pPr/>
              <a:t>‹#›</a:t>
            </a:fld>
            <a:endParaRPr lang="en-US" b="0">
              <a:solidFill>
                <a:srgbClr val="000000"/>
              </a:solidFill>
              <a:latin typeface="Arial"/>
              <a:ea typeface="Arial"/>
              <a:cs typeface="Arial"/>
              <a:sym typeface="Arial"/>
            </a:endParaRPr>
          </a:p>
        </p:txBody>
      </p:sp>
    </p:spTree>
    <p:extLst>
      <p:ext uri="{BB962C8B-B14F-4D97-AF65-F5344CB8AC3E}">
        <p14:creationId xmlns:p14="http://schemas.microsoft.com/office/powerpoint/2010/main" val="1196232165"/>
      </p:ext>
    </p:extLst>
  </p:cSld>
  <p:clrMap bg1="lt1" tx1="dk1" bg2="dk2" tx2="lt2" accent1="accent1" accent2="accent2" accent3="accent3" accent4="accent4" accent5="accent5" accent6="accent6" hlink="hlink" folHlink="folHlink"/>
  <p:sldLayoutIdLst>
    <p:sldLayoutId id="2147483692"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000000-1234-1234-1234-123412341234}" type="slidenum">
              <a:rPr lang="en-US" smtClean="0"/>
              <a:pPr/>
              <a:t>‹#›</a:t>
            </a:fld>
            <a:endParaRPr lang="en-US" sz="1400" b="0">
              <a:solidFill>
                <a:srgbClr val="000000"/>
              </a:solidFill>
              <a:latin typeface="Arial"/>
              <a:ea typeface="Arial"/>
              <a:cs typeface="Arial"/>
              <a:sym typeface="Arial"/>
            </a:endParaRPr>
          </a:p>
        </p:txBody>
      </p:sp>
    </p:spTree>
    <p:extLst>
      <p:ext uri="{BB962C8B-B14F-4D97-AF65-F5344CB8AC3E}">
        <p14:creationId xmlns:p14="http://schemas.microsoft.com/office/powerpoint/2010/main" val="2011933445"/>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 id="2147483703" r:id="rId10"/>
    <p:sldLayoutId id="2147483704"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hyperlink" Target="https://www.geeksforgeeks.org/what-is-narrow-ai/" TargetMode="External"/><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9.jp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7.xml"/><Relationship Id="rId1" Type="http://schemas.openxmlformats.org/officeDocument/2006/relationships/slideLayout" Target="../slideLayouts/slideLayout12.xml"/><Relationship Id="rId5" Type="http://schemas.openxmlformats.org/officeDocument/2006/relationships/image" Target="../media/image17.png"/><Relationship Id="rId4" Type="http://schemas.openxmlformats.org/officeDocument/2006/relationships/image" Target="../media/image16.png"/></Relationships>
</file>

<file path=ppt/slides/_rels/slide4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8.xml"/><Relationship Id="rId1" Type="http://schemas.openxmlformats.org/officeDocument/2006/relationships/slideLayout" Target="../slideLayouts/slideLayout12.xml"/><Relationship Id="rId4" Type="http://schemas.openxmlformats.org/officeDocument/2006/relationships/image" Target="../media/image19.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0.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1.xml"/><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0"/>
          <p:cNvSpPr txBox="1">
            <a:spLocks noGrp="1"/>
          </p:cNvSpPr>
          <p:nvPr>
            <p:ph type="ctrTitle" idx="4294967295"/>
          </p:nvPr>
        </p:nvSpPr>
        <p:spPr>
          <a:xfrm>
            <a:off x="2514600" y="2667000"/>
            <a:ext cx="7620000" cy="1219200"/>
          </a:xfrm>
          <a:prstGeom prst="rect">
            <a:avLst/>
          </a:prstGeom>
          <a:noFill/>
          <a:ln>
            <a:noFill/>
          </a:ln>
        </p:spPr>
        <p:txBody>
          <a:bodyPr spcFirstLastPara="1" wrap="square" lIns="91425" tIns="45700" rIns="91425" bIns="45700" anchor="b" anchorCtr="0">
            <a:normAutofit/>
          </a:bodyPr>
          <a:lstStyle/>
          <a:p>
            <a:pPr algn="ctr">
              <a:buClr>
                <a:schemeClr val="lt2"/>
              </a:buClr>
              <a:buSzPct val="100000"/>
            </a:pPr>
            <a:r>
              <a:rPr lang="en-US" b="1">
                <a:latin typeface="Cambria"/>
                <a:ea typeface="Cambria"/>
                <a:cs typeface="Cambria"/>
                <a:sym typeface="Cambria"/>
              </a:rPr>
              <a:t>ARTIFICIAL INTELLIGENCE</a:t>
            </a:r>
            <a:endParaRPr dirty="0"/>
          </a:p>
        </p:txBody>
      </p:sp>
      <p:sp>
        <p:nvSpPr>
          <p:cNvPr id="153" name="Google Shape;153;p20"/>
          <p:cNvSpPr txBox="1"/>
          <p:nvPr/>
        </p:nvSpPr>
        <p:spPr>
          <a:xfrm>
            <a:off x="2057401" y="6019800"/>
            <a:ext cx="9070975" cy="679450"/>
          </a:xfrm>
          <a:prstGeom prst="rect">
            <a:avLst/>
          </a:prstGeom>
          <a:noFill/>
          <a:ln>
            <a:noFill/>
          </a:ln>
        </p:spPr>
        <p:txBody>
          <a:bodyPr spcFirstLastPara="1" wrap="square" lIns="91425" tIns="45700" rIns="91425" bIns="45700" anchor="b" anchorCtr="0">
            <a:normAutofit/>
          </a:bodyPr>
          <a:lstStyle/>
          <a:p>
            <a:pPr marL="431800" indent="-323850">
              <a:buClr>
                <a:srgbClr val="0070C0"/>
              </a:buClr>
              <a:buSzPts val="3200"/>
            </a:pPr>
            <a:r>
              <a:rPr lang="en-US" sz="3200" b="1">
                <a:solidFill>
                  <a:srgbClr val="0070C0"/>
                </a:solidFill>
                <a:latin typeface="Times"/>
                <a:ea typeface="Times"/>
                <a:cs typeface="Times"/>
                <a:sym typeface="Times"/>
              </a:rPr>
              <a:t>A.I. IS THE FUTURE OF COMPUTING!</a:t>
            </a:r>
            <a:r>
              <a:rPr lang="en-US" sz="3200">
                <a:solidFill>
                  <a:srgbClr val="0070C0"/>
                </a:solidFill>
                <a:latin typeface="Times"/>
                <a:ea typeface="Times"/>
                <a:cs typeface="Times"/>
                <a:sym typeface="Times"/>
              </a:rPr>
              <a:t> </a:t>
            </a:r>
            <a:endParaRPr/>
          </a:p>
        </p:txBody>
      </p:sp>
    </p:spTree>
    <p:extLst>
      <p:ext uri="{BB962C8B-B14F-4D97-AF65-F5344CB8AC3E}">
        <p14:creationId xmlns:p14="http://schemas.microsoft.com/office/powerpoint/2010/main" val="41272980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25"/>
          <p:cNvSpPr txBox="1">
            <a:spLocks noGrp="1"/>
          </p:cNvSpPr>
          <p:nvPr>
            <p:ph type="title"/>
          </p:nvPr>
        </p:nvSpPr>
        <p:spPr>
          <a:xfrm>
            <a:off x="1524000" y="44450"/>
            <a:ext cx="8153400" cy="990600"/>
          </a:xfrm>
          <a:prstGeom prst="rect">
            <a:avLst/>
          </a:prstGeom>
          <a:noFill/>
          <a:ln>
            <a:noFill/>
          </a:ln>
        </p:spPr>
        <p:txBody>
          <a:bodyPr spcFirstLastPara="1" vert="horz" wrap="square" lIns="91425" tIns="45700" rIns="91425" bIns="45700" rtlCol="0" anchor="ctr" anchorCtr="0">
            <a:noAutofit/>
          </a:bodyPr>
          <a:lstStyle/>
          <a:p>
            <a:pPr>
              <a:lnSpc>
                <a:spcPct val="100000"/>
              </a:lnSpc>
              <a:spcBef>
                <a:spcPts val="0"/>
              </a:spcBef>
              <a:buClr>
                <a:schemeClr val="dk2"/>
              </a:buClr>
              <a:buSzPts val="3200"/>
            </a:pPr>
            <a:r>
              <a:rPr lang="en-US" sz="3200" b="1">
                <a:solidFill>
                  <a:schemeClr val="dk2"/>
                </a:solidFill>
                <a:latin typeface="Cambria"/>
                <a:ea typeface="Cambria"/>
                <a:cs typeface="Cambria"/>
                <a:sym typeface="Cambria"/>
              </a:rPr>
              <a:t>Artificial Intelligence</a:t>
            </a:r>
            <a:endParaRPr/>
          </a:p>
        </p:txBody>
      </p:sp>
      <p:sp>
        <p:nvSpPr>
          <p:cNvPr id="183" name="Google Shape;183;p25"/>
          <p:cNvSpPr txBox="1">
            <a:spLocks noGrp="1"/>
          </p:cNvSpPr>
          <p:nvPr>
            <p:ph idx="1"/>
          </p:nvPr>
        </p:nvSpPr>
        <p:spPr>
          <a:xfrm>
            <a:off x="685800" y="1600200"/>
            <a:ext cx="10885714" cy="4495800"/>
          </a:xfrm>
          <a:prstGeom prst="rect">
            <a:avLst/>
          </a:prstGeom>
          <a:noFill/>
          <a:ln>
            <a:noFill/>
          </a:ln>
        </p:spPr>
        <p:txBody>
          <a:bodyPr spcFirstLastPara="1" vert="horz" wrap="square" lIns="91425" tIns="45700" rIns="91425" bIns="45700" rtlCol="0" anchor="t" anchorCtr="0">
            <a:noAutofit/>
          </a:bodyPr>
          <a:lstStyle/>
          <a:p>
            <a:pPr marL="319087" indent="-319087" algn="just">
              <a:lnSpc>
                <a:spcPct val="100000"/>
              </a:lnSpc>
              <a:spcBef>
                <a:spcPts val="0"/>
              </a:spcBef>
              <a:buClr>
                <a:schemeClr val="accent2"/>
              </a:buClr>
              <a:buSzPts val="1680"/>
              <a:buFont typeface="Noto Sans Symbols"/>
              <a:buChar char="◻"/>
            </a:pPr>
            <a:r>
              <a:rPr lang="en-US" sz="2800" b="1" dirty="0">
                <a:solidFill>
                  <a:schemeClr val="dk1"/>
                </a:solidFill>
                <a:latin typeface="Cambria"/>
                <a:ea typeface="Cambria"/>
                <a:cs typeface="Cambria"/>
                <a:sym typeface="Cambria"/>
              </a:rPr>
              <a:t>Artificial Intelligence </a:t>
            </a:r>
            <a:r>
              <a:rPr lang="en-US" sz="2800" dirty="0">
                <a:solidFill>
                  <a:schemeClr val="dk1"/>
                </a:solidFill>
                <a:latin typeface="Cambria"/>
                <a:ea typeface="Cambria"/>
                <a:cs typeface="Cambria"/>
                <a:sym typeface="Cambria"/>
              </a:rPr>
              <a:t>(AI) refers to the technology that allows </a:t>
            </a:r>
            <a:r>
              <a:rPr lang="en-US" sz="2800" b="1" dirty="0">
                <a:solidFill>
                  <a:schemeClr val="dk1"/>
                </a:solidFill>
                <a:latin typeface="Cambria"/>
                <a:ea typeface="Cambria"/>
                <a:cs typeface="Cambria"/>
                <a:sym typeface="Cambria"/>
              </a:rPr>
              <a:t>machines and computers</a:t>
            </a:r>
            <a:r>
              <a:rPr lang="en-US" sz="2800" dirty="0">
                <a:solidFill>
                  <a:schemeClr val="dk1"/>
                </a:solidFill>
                <a:latin typeface="Cambria"/>
                <a:ea typeface="Cambria"/>
                <a:cs typeface="Cambria"/>
                <a:sym typeface="Cambria"/>
              </a:rPr>
              <a:t> to </a:t>
            </a:r>
            <a:r>
              <a:rPr lang="en-US" sz="2800" b="1" dirty="0">
                <a:solidFill>
                  <a:schemeClr val="dk1"/>
                </a:solidFill>
                <a:latin typeface="Cambria"/>
                <a:ea typeface="Cambria"/>
                <a:cs typeface="Cambria"/>
                <a:sym typeface="Cambria"/>
              </a:rPr>
              <a:t>replicate</a:t>
            </a:r>
            <a:r>
              <a:rPr lang="en-US" sz="2800" dirty="0">
                <a:solidFill>
                  <a:schemeClr val="dk1"/>
                </a:solidFill>
                <a:latin typeface="Cambria"/>
                <a:ea typeface="Cambria"/>
                <a:cs typeface="Cambria"/>
                <a:sym typeface="Cambria"/>
              </a:rPr>
              <a:t> </a:t>
            </a:r>
            <a:r>
              <a:rPr lang="en-US" sz="2800" b="1" dirty="0">
                <a:solidFill>
                  <a:schemeClr val="dk1"/>
                </a:solidFill>
                <a:latin typeface="Cambria"/>
                <a:ea typeface="Cambria"/>
                <a:cs typeface="Cambria"/>
                <a:sym typeface="Cambria"/>
              </a:rPr>
              <a:t>human intelligence</a:t>
            </a:r>
            <a:r>
              <a:rPr lang="en-US" sz="2800" dirty="0">
                <a:solidFill>
                  <a:schemeClr val="dk1"/>
                </a:solidFill>
                <a:latin typeface="Cambria"/>
                <a:ea typeface="Cambria"/>
                <a:cs typeface="Cambria"/>
                <a:sym typeface="Cambria"/>
              </a:rPr>
              <a:t>. </a:t>
            </a:r>
            <a:endParaRPr dirty="0"/>
          </a:p>
          <a:p>
            <a:pPr marL="319087" indent="-319087" algn="just">
              <a:lnSpc>
                <a:spcPct val="100000"/>
              </a:lnSpc>
              <a:spcBef>
                <a:spcPts val="700"/>
              </a:spcBef>
              <a:buClr>
                <a:schemeClr val="accent2"/>
              </a:buClr>
              <a:buSzPts val="1680"/>
              <a:buFont typeface="Noto Sans Symbols"/>
              <a:buChar char="◻"/>
            </a:pPr>
            <a:r>
              <a:rPr lang="en-US" sz="2800" dirty="0">
                <a:solidFill>
                  <a:schemeClr val="dk1"/>
                </a:solidFill>
                <a:latin typeface="Cambria"/>
                <a:ea typeface="Cambria"/>
                <a:cs typeface="Cambria"/>
                <a:sym typeface="Cambria"/>
              </a:rPr>
              <a:t>It enables systems to perform tasks that require </a:t>
            </a:r>
            <a:r>
              <a:rPr lang="en-US" sz="2800" b="1" dirty="0">
                <a:solidFill>
                  <a:schemeClr val="dk1"/>
                </a:solidFill>
                <a:latin typeface="Cambria"/>
                <a:ea typeface="Cambria"/>
                <a:cs typeface="Cambria"/>
                <a:sym typeface="Cambria"/>
              </a:rPr>
              <a:t>human-like decision-making</a:t>
            </a:r>
            <a:r>
              <a:rPr lang="en-US" sz="2800" dirty="0">
                <a:solidFill>
                  <a:schemeClr val="dk1"/>
                </a:solidFill>
                <a:latin typeface="Cambria"/>
                <a:ea typeface="Cambria"/>
                <a:cs typeface="Cambria"/>
                <a:sym typeface="Cambria"/>
              </a:rPr>
              <a:t>, such as </a:t>
            </a:r>
            <a:r>
              <a:rPr lang="en-US" sz="2800" b="1" dirty="0">
                <a:solidFill>
                  <a:schemeClr val="dk1"/>
                </a:solidFill>
                <a:latin typeface="Cambria"/>
                <a:ea typeface="Cambria"/>
                <a:cs typeface="Cambria"/>
                <a:sym typeface="Cambria"/>
              </a:rPr>
              <a:t>learning from data</a:t>
            </a:r>
            <a:r>
              <a:rPr lang="en-US" sz="2800" dirty="0">
                <a:solidFill>
                  <a:schemeClr val="dk1"/>
                </a:solidFill>
                <a:latin typeface="Cambria"/>
                <a:ea typeface="Cambria"/>
                <a:cs typeface="Cambria"/>
                <a:sym typeface="Cambria"/>
              </a:rPr>
              <a:t>, </a:t>
            </a:r>
            <a:r>
              <a:rPr lang="en-US" sz="2800" b="1" dirty="0">
                <a:solidFill>
                  <a:schemeClr val="dk1"/>
                </a:solidFill>
                <a:latin typeface="Cambria"/>
                <a:ea typeface="Cambria"/>
                <a:cs typeface="Cambria"/>
                <a:sym typeface="Cambria"/>
              </a:rPr>
              <a:t>identifying patterns</a:t>
            </a:r>
            <a:r>
              <a:rPr lang="en-US" sz="2800" dirty="0">
                <a:solidFill>
                  <a:schemeClr val="dk1"/>
                </a:solidFill>
                <a:latin typeface="Cambria"/>
                <a:ea typeface="Cambria"/>
                <a:cs typeface="Cambria"/>
                <a:sym typeface="Cambria"/>
              </a:rPr>
              <a:t>, </a:t>
            </a:r>
            <a:r>
              <a:rPr lang="en-US" sz="2800" b="1" dirty="0">
                <a:solidFill>
                  <a:schemeClr val="dk1"/>
                </a:solidFill>
                <a:latin typeface="Cambria"/>
                <a:ea typeface="Cambria"/>
                <a:cs typeface="Cambria"/>
                <a:sym typeface="Cambria"/>
              </a:rPr>
              <a:t>making informed choices </a:t>
            </a:r>
            <a:r>
              <a:rPr lang="en-US" sz="2800" dirty="0">
                <a:solidFill>
                  <a:schemeClr val="dk1"/>
                </a:solidFill>
                <a:latin typeface="Cambria"/>
                <a:ea typeface="Cambria"/>
                <a:cs typeface="Cambria"/>
                <a:sym typeface="Cambria"/>
              </a:rPr>
              <a:t>and </a:t>
            </a:r>
            <a:r>
              <a:rPr lang="en-US" sz="2800" b="1" dirty="0">
                <a:solidFill>
                  <a:schemeClr val="dk1"/>
                </a:solidFill>
                <a:latin typeface="Cambria"/>
                <a:ea typeface="Cambria"/>
                <a:cs typeface="Cambria"/>
                <a:sym typeface="Cambria"/>
              </a:rPr>
              <a:t>solving complex problems</a:t>
            </a:r>
            <a:r>
              <a:rPr lang="en-US" sz="2800" dirty="0">
                <a:solidFill>
                  <a:schemeClr val="dk1"/>
                </a:solidFill>
                <a:latin typeface="Cambria"/>
                <a:ea typeface="Cambria"/>
                <a:cs typeface="Cambria"/>
                <a:sym typeface="Cambria"/>
              </a:rPr>
              <a:t>. </a:t>
            </a:r>
            <a:endParaRPr dirty="0"/>
          </a:p>
          <a:p>
            <a:pPr marL="319087" indent="-319087" algn="just">
              <a:lnSpc>
                <a:spcPct val="100000"/>
              </a:lnSpc>
              <a:spcBef>
                <a:spcPts val="700"/>
              </a:spcBef>
              <a:buClr>
                <a:schemeClr val="accent2"/>
              </a:buClr>
              <a:buSzPts val="1680"/>
              <a:buFont typeface="Noto Sans Symbols"/>
              <a:buChar char="◻"/>
            </a:pPr>
            <a:r>
              <a:rPr lang="en-US" sz="2800" dirty="0">
                <a:solidFill>
                  <a:schemeClr val="dk1"/>
                </a:solidFill>
                <a:latin typeface="Cambria"/>
                <a:ea typeface="Cambria"/>
                <a:cs typeface="Cambria"/>
                <a:sym typeface="Cambria"/>
              </a:rPr>
              <a:t>AI </a:t>
            </a:r>
            <a:r>
              <a:rPr lang="en-US" sz="2800" b="1" dirty="0">
                <a:solidFill>
                  <a:schemeClr val="dk1"/>
                </a:solidFill>
                <a:latin typeface="Cambria"/>
                <a:ea typeface="Cambria"/>
                <a:cs typeface="Cambria"/>
                <a:sym typeface="Cambria"/>
              </a:rPr>
              <a:t>improves continuously </a:t>
            </a:r>
            <a:r>
              <a:rPr lang="en-US" sz="2800" dirty="0">
                <a:solidFill>
                  <a:schemeClr val="dk1"/>
                </a:solidFill>
                <a:latin typeface="Cambria"/>
                <a:ea typeface="Cambria"/>
                <a:cs typeface="Cambria"/>
                <a:sym typeface="Cambria"/>
              </a:rPr>
              <a:t>by utilizing methods like machine learning and deep learning.</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26"/>
          <p:cNvSpPr txBox="1">
            <a:spLocks noGrp="1"/>
          </p:cNvSpPr>
          <p:nvPr>
            <p:ph type="title"/>
          </p:nvPr>
        </p:nvSpPr>
        <p:spPr>
          <a:xfrm>
            <a:off x="1524000" y="1"/>
            <a:ext cx="7886700" cy="725487"/>
          </a:xfrm>
          <a:prstGeom prst="rect">
            <a:avLst/>
          </a:prstGeom>
          <a:noFill/>
          <a:ln>
            <a:noFill/>
          </a:ln>
        </p:spPr>
        <p:txBody>
          <a:bodyPr spcFirstLastPara="1" vert="horz" wrap="square" lIns="91425" tIns="45700" rIns="91425" bIns="45700" rtlCol="0" anchor="ctr" anchorCtr="0">
            <a:noAutofit/>
          </a:bodyPr>
          <a:lstStyle/>
          <a:p>
            <a:pPr>
              <a:lnSpc>
                <a:spcPct val="100000"/>
              </a:lnSpc>
              <a:spcBef>
                <a:spcPts val="0"/>
              </a:spcBef>
              <a:buClr>
                <a:srgbClr val="002060"/>
              </a:buClr>
              <a:buSzPts val="3200"/>
            </a:pPr>
            <a:r>
              <a:rPr lang="en-US" sz="3200" b="1">
                <a:solidFill>
                  <a:srgbClr val="002060"/>
                </a:solidFill>
                <a:latin typeface="Cambria"/>
                <a:ea typeface="Cambria"/>
                <a:cs typeface="Cambria"/>
                <a:sym typeface="Cambria"/>
              </a:rPr>
              <a:t>Artificial Intelligence</a:t>
            </a:r>
            <a:endParaRPr/>
          </a:p>
        </p:txBody>
      </p:sp>
      <p:pic>
        <p:nvPicPr>
          <p:cNvPr id="189" name="Google Shape;189;p26"/>
          <p:cNvPicPr preferRelativeResize="0"/>
          <p:nvPr/>
        </p:nvPicPr>
        <p:blipFill rotWithShape="1">
          <a:blip r:embed="rId3">
            <a:alphaModFix/>
          </a:blip>
          <a:srcRect/>
          <a:stretch/>
        </p:blipFill>
        <p:spPr>
          <a:xfrm>
            <a:off x="2641600" y="2003426"/>
            <a:ext cx="5954712" cy="36544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27"/>
          <p:cNvSpPr txBox="1">
            <a:spLocks noGrp="1"/>
          </p:cNvSpPr>
          <p:nvPr>
            <p:ph type="title"/>
          </p:nvPr>
        </p:nvSpPr>
        <p:spPr>
          <a:xfrm>
            <a:off x="1524000" y="0"/>
            <a:ext cx="8153400" cy="762000"/>
          </a:xfrm>
          <a:prstGeom prst="rect">
            <a:avLst/>
          </a:prstGeom>
          <a:noFill/>
          <a:ln>
            <a:noFill/>
          </a:ln>
        </p:spPr>
        <p:txBody>
          <a:bodyPr spcFirstLastPara="1" vert="horz" wrap="square" lIns="91425" tIns="45700" rIns="91425" bIns="45700" rtlCol="0" anchor="ctr" anchorCtr="0">
            <a:noAutofit/>
          </a:bodyPr>
          <a:lstStyle/>
          <a:p>
            <a:pPr>
              <a:lnSpc>
                <a:spcPct val="100000"/>
              </a:lnSpc>
              <a:spcBef>
                <a:spcPts val="0"/>
              </a:spcBef>
              <a:buClr>
                <a:schemeClr val="dk2"/>
              </a:buClr>
              <a:buSzPts val="3200"/>
            </a:pPr>
            <a:r>
              <a:rPr lang="en-US" sz="3200">
                <a:solidFill>
                  <a:schemeClr val="dk2"/>
                </a:solidFill>
                <a:latin typeface="Cambria"/>
                <a:ea typeface="Cambria"/>
                <a:cs typeface="Cambria"/>
                <a:sym typeface="Cambria"/>
              </a:rPr>
              <a:t>AI-ML-DL</a:t>
            </a:r>
            <a:endParaRPr/>
          </a:p>
        </p:txBody>
      </p:sp>
      <p:pic>
        <p:nvPicPr>
          <p:cNvPr id="196" name="Google Shape;196;p27"/>
          <p:cNvPicPr preferRelativeResize="0"/>
          <p:nvPr/>
        </p:nvPicPr>
        <p:blipFill rotWithShape="1">
          <a:blip r:embed="rId3">
            <a:alphaModFix/>
          </a:blip>
          <a:srcRect/>
          <a:stretch/>
        </p:blipFill>
        <p:spPr>
          <a:xfrm>
            <a:off x="1752600" y="649287"/>
            <a:ext cx="8610600" cy="628491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pic>
        <p:nvPicPr>
          <p:cNvPr id="203" name="Google Shape;203;p28"/>
          <p:cNvPicPr preferRelativeResize="0"/>
          <p:nvPr/>
        </p:nvPicPr>
        <p:blipFill rotWithShape="1">
          <a:blip r:embed="rId3">
            <a:alphaModFix/>
          </a:blip>
          <a:srcRect/>
          <a:stretch/>
        </p:blipFill>
        <p:spPr>
          <a:xfrm>
            <a:off x="1524000" y="0"/>
            <a:ext cx="8915400" cy="68580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24"/>
          <p:cNvSpPr txBox="1">
            <a:spLocks noGrp="1"/>
          </p:cNvSpPr>
          <p:nvPr>
            <p:ph type="title"/>
          </p:nvPr>
        </p:nvSpPr>
        <p:spPr>
          <a:xfrm>
            <a:off x="1524000" y="0"/>
            <a:ext cx="8153400" cy="685800"/>
          </a:xfrm>
          <a:prstGeom prst="rect">
            <a:avLst/>
          </a:prstGeom>
          <a:noFill/>
          <a:ln>
            <a:noFill/>
          </a:ln>
        </p:spPr>
        <p:txBody>
          <a:bodyPr spcFirstLastPara="1" vert="horz" wrap="square" lIns="91425" tIns="45700" rIns="91425" bIns="45700" rtlCol="0" anchor="ctr" anchorCtr="0">
            <a:noAutofit/>
          </a:bodyPr>
          <a:lstStyle/>
          <a:p>
            <a:pPr>
              <a:lnSpc>
                <a:spcPct val="100000"/>
              </a:lnSpc>
              <a:spcBef>
                <a:spcPts val="0"/>
              </a:spcBef>
              <a:buClr>
                <a:schemeClr val="dk2"/>
              </a:buClr>
              <a:buSzPts val="3200"/>
            </a:pPr>
            <a:r>
              <a:rPr lang="en-US" sz="3200" b="1">
                <a:solidFill>
                  <a:schemeClr val="dk2"/>
                </a:solidFill>
                <a:latin typeface="Cambria"/>
                <a:ea typeface="Cambria"/>
                <a:cs typeface="Cambria"/>
                <a:sym typeface="Cambria"/>
              </a:rPr>
              <a:t>Textbooks</a:t>
            </a:r>
            <a:endParaRPr/>
          </a:p>
        </p:txBody>
      </p:sp>
      <p:sp>
        <p:nvSpPr>
          <p:cNvPr id="177" name="Google Shape;177;p24"/>
          <p:cNvSpPr txBox="1">
            <a:spLocks noGrp="1"/>
          </p:cNvSpPr>
          <p:nvPr>
            <p:ph idx="1"/>
          </p:nvPr>
        </p:nvSpPr>
        <p:spPr>
          <a:xfrm>
            <a:off x="925285" y="1676400"/>
            <a:ext cx="10330543" cy="4495800"/>
          </a:xfrm>
          <a:prstGeom prst="rect">
            <a:avLst/>
          </a:prstGeom>
          <a:noFill/>
          <a:ln>
            <a:noFill/>
          </a:ln>
        </p:spPr>
        <p:txBody>
          <a:bodyPr spcFirstLastPara="1" vert="horz" wrap="square" lIns="91425" tIns="45700" rIns="91425" bIns="45700" rtlCol="0" anchor="t" anchorCtr="0">
            <a:noAutofit/>
          </a:bodyPr>
          <a:lstStyle/>
          <a:p>
            <a:pPr marL="0" indent="0">
              <a:lnSpc>
                <a:spcPct val="150000"/>
              </a:lnSpc>
              <a:spcBef>
                <a:spcPts val="0"/>
              </a:spcBef>
              <a:buClr>
                <a:schemeClr val="accent2"/>
              </a:buClr>
              <a:buSzPts val="1440"/>
              <a:buNone/>
            </a:pPr>
            <a:r>
              <a:rPr lang="en-US" sz="2400">
                <a:solidFill>
                  <a:schemeClr val="dk1"/>
                </a:solidFill>
                <a:latin typeface="Cambria"/>
                <a:ea typeface="Cambria"/>
                <a:cs typeface="Cambria"/>
                <a:sym typeface="Cambria"/>
              </a:rPr>
              <a:t>1. S. Russell and P. Norvig (2021), Artificial Intelligence: A Modern Approach (4th Edition), Prentice Hall, ISBN 9780134610993. </a:t>
            </a:r>
            <a:endParaRPr/>
          </a:p>
          <a:p>
            <a:pPr marL="0" indent="0">
              <a:lnSpc>
                <a:spcPct val="150000"/>
              </a:lnSpc>
              <a:spcBef>
                <a:spcPts val="700"/>
              </a:spcBef>
              <a:buClr>
                <a:schemeClr val="accent2"/>
              </a:buClr>
              <a:buSzPts val="1440"/>
              <a:buNone/>
            </a:pPr>
            <a:r>
              <a:rPr lang="en-US" sz="2400">
                <a:solidFill>
                  <a:schemeClr val="dk1"/>
                </a:solidFill>
                <a:latin typeface="Cambria"/>
                <a:ea typeface="Cambria"/>
                <a:cs typeface="Cambria"/>
                <a:sym typeface="Cambria"/>
              </a:rPr>
              <a:t>2. Elaine Rich, Kevin Knight, Shivashankar B, Nair (2017), Artificial Intelligence (3rd Edition), McGraw Hill Education, ISBN: 978-0070087705.</a:t>
            </a:r>
            <a:endParaRPr/>
          </a:p>
          <a:p>
            <a:pPr marL="319088" indent="-227648">
              <a:spcBef>
                <a:spcPts val="700"/>
              </a:spcBef>
              <a:buClr>
                <a:schemeClr val="accent2"/>
              </a:buClr>
              <a:buSzPts val="1440"/>
              <a:buNone/>
            </a:pPr>
            <a:endParaRPr sz="2400">
              <a:solidFill>
                <a:schemeClr val="dk1"/>
              </a:solidFill>
              <a:latin typeface="Cambria"/>
              <a:ea typeface="Cambria"/>
              <a:cs typeface="Cambria"/>
              <a:sym typeface="Cambri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pic>
        <p:nvPicPr>
          <p:cNvPr id="210" name="Google Shape;210;p29"/>
          <p:cNvPicPr preferRelativeResize="0"/>
          <p:nvPr/>
        </p:nvPicPr>
        <p:blipFill rotWithShape="1">
          <a:blip r:embed="rId3">
            <a:alphaModFix/>
          </a:blip>
          <a:srcRect/>
          <a:stretch/>
        </p:blipFill>
        <p:spPr>
          <a:xfrm>
            <a:off x="1504950" y="212725"/>
            <a:ext cx="9144000" cy="60198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30"/>
          <p:cNvSpPr txBox="1">
            <a:spLocks noGrp="1"/>
          </p:cNvSpPr>
          <p:nvPr>
            <p:ph type="title"/>
          </p:nvPr>
        </p:nvSpPr>
        <p:spPr>
          <a:xfrm>
            <a:off x="1524000" y="23813"/>
            <a:ext cx="8153400" cy="509587"/>
          </a:xfrm>
          <a:prstGeom prst="rect">
            <a:avLst/>
          </a:prstGeom>
          <a:noFill/>
          <a:ln>
            <a:noFill/>
          </a:ln>
        </p:spPr>
        <p:txBody>
          <a:bodyPr spcFirstLastPara="1" vert="horz" wrap="square" lIns="91425" tIns="45700" rIns="91425" bIns="45700" rtlCol="0" anchor="ctr" anchorCtr="0">
            <a:noAutofit/>
          </a:bodyPr>
          <a:lstStyle/>
          <a:p>
            <a:pPr>
              <a:lnSpc>
                <a:spcPct val="100000"/>
              </a:lnSpc>
              <a:spcBef>
                <a:spcPts val="0"/>
              </a:spcBef>
              <a:buClr>
                <a:schemeClr val="dk2"/>
              </a:buClr>
              <a:buSzPts val="3200"/>
            </a:pPr>
            <a:r>
              <a:rPr lang="en-US" sz="3200">
                <a:solidFill>
                  <a:schemeClr val="dk2"/>
                </a:solidFill>
                <a:latin typeface="Cambria"/>
                <a:ea typeface="Cambria"/>
                <a:cs typeface="Cambria"/>
                <a:sym typeface="Cambria"/>
              </a:rPr>
              <a:t>AI based on capabilities</a:t>
            </a:r>
            <a:endParaRPr/>
          </a:p>
        </p:txBody>
      </p:sp>
      <p:sp>
        <p:nvSpPr>
          <p:cNvPr id="216" name="Google Shape;216;p30"/>
          <p:cNvSpPr txBox="1">
            <a:spLocks noGrp="1"/>
          </p:cNvSpPr>
          <p:nvPr>
            <p:ph sz="half" idx="1"/>
          </p:nvPr>
        </p:nvSpPr>
        <p:spPr>
          <a:xfrm>
            <a:off x="413658" y="609600"/>
            <a:ext cx="11538856" cy="6248400"/>
          </a:xfrm>
          <a:prstGeom prst="rect">
            <a:avLst/>
          </a:prstGeom>
          <a:noFill/>
          <a:ln>
            <a:noFill/>
          </a:ln>
        </p:spPr>
        <p:txBody>
          <a:bodyPr spcFirstLastPara="1" vert="horz" wrap="square" lIns="91425" tIns="45700" rIns="91425" bIns="45700" rtlCol="0" anchor="t" anchorCtr="0">
            <a:noAutofit/>
          </a:bodyPr>
          <a:lstStyle/>
          <a:p>
            <a:pPr marL="0" indent="0">
              <a:lnSpc>
                <a:spcPct val="100000"/>
              </a:lnSpc>
              <a:spcBef>
                <a:spcPts val="0"/>
              </a:spcBef>
              <a:buClr>
                <a:schemeClr val="accent2"/>
              </a:buClr>
              <a:buSzPts val="1200"/>
              <a:buNone/>
            </a:pPr>
            <a:r>
              <a:rPr lang="en-US" sz="2400" b="1" dirty="0">
                <a:solidFill>
                  <a:schemeClr val="dk1"/>
                </a:solidFill>
                <a:latin typeface="Cambria"/>
                <a:ea typeface="Cambria"/>
                <a:cs typeface="Cambria"/>
                <a:sym typeface="Cambria"/>
              </a:rPr>
              <a:t>Narrow AI (Weak AI)</a:t>
            </a:r>
            <a:endParaRPr sz="2400" dirty="0"/>
          </a:p>
          <a:p>
            <a:pPr marL="0" indent="-76200" algn="just">
              <a:lnSpc>
                <a:spcPct val="100000"/>
              </a:lnSpc>
              <a:spcBef>
                <a:spcPts val="700"/>
              </a:spcBef>
              <a:buClr>
                <a:schemeClr val="accent2"/>
              </a:buClr>
              <a:buSzPts val="1200"/>
              <a:buFont typeface="Noto Sans Symbols"/>
              <a:buChar char="◻"/>
            </a:pPr>
            <a:r>
              <a:rPr lang="en-US" sz="2000" b="1" u="sng" dirty="0">
                <a:solidFill>
                  <a:schemeClr val="hlink"/>
                </a:solidFill>
                <a:latin typeface="Twentieth Century"/>
                <a:ea typeface="Twentieth Century"/>
                <a:cs typeface="Twentieth Century"/>
                <a:sym typeface="Twentieth Century"/>
                <a:hlinkClick r:id="rId3"/>
              </a:rPr>
              <a:t>Narrow AI</a:t>
            </a:r>
            <a:r>
              <a:rPr lang="en-US" sz="2000" dirty="0">
                <a:solidFill>
                  <a:schemeClr val="dk1"/>
                </a:solidFill>
                <a:latin typeface="Cambria"/>
                <a:ea typeface="Cambria"/>
                <a:cs typeface="Cambria"/>
                <a:sym typeface="Cambria"/>
              </a:rPr>
              <a:t> is designed and trained on a specific task or a narrow range tasks. These Narrow AI systems are designed and trained for a purpose. </a:t>
            </a:r>
            <a:endParaRPr dirty="0"/>
          </a:p>
          <a:p>
            <a:pPr marL="0" indent="0" algn="just">
              <a:lnSpc>
                <a:spcPct val="100000"/>
              </a:lnSpc>
              <a:spcBef>
                <a:spcPts val="700"/>
              </a:spcBef>
              <a:buClr>
                <a:schemeClr val="accent2"/>
              </a:buClr>
              <a:buSzPts val="1200"/>
              <a:buNone/>
            </a:pPr>
            <a:r>
              <a:rPr lang="en-US" sz="2000" b="1" dirty="0">
                <a:solidFill>
                  <a:schemeClr val="dk1"/>
                </a:solidFill>
                <a:latin typeface="Cambria"/>
                <a:ea typeface="Cambria"/>
                <a:cs typeface="Cambria"/>
                <a:sym typeface="Cambria"/>
              </a:rPr>
              <a:t>Examples:</a:t>
            </a:r>
            <a:endParaRPr dirty="0"/>
          </a:p>
          <a:p>
            <a:pPr marL="0" indent="0" algn="just">
              <a:lnSpc>
                <a:spcPct val="100000"/>
              </a:lnSpc>
              <a:spcBef>
                <a:spcPts val="700"/>
              </a:spcBef>
              <a:buClr>
                <a:schemeClr val="accent2"/>
              </a:buClr>
              <a:buSzPts val="1200"/>
              <a:buNone/>
            </a:pPr>
            <a:r>
              <a:rPr lang="en-US" sz="2000" dirty="0">
                <a:solidFill>
                  <a:schemeClr val="dk1"/>
                </a:solidFill>
                <a:latin typeface="Cambria"/>
                <a:ea typeface="Cambria"/>
                <a:cs typeface="Cambria"/>
                <a:sym typeface="Cambria"/>
              </a:rPr>
              <a:t>Voice assistants like </a:t>
            </a:r>
            <a:r>
              <a:rPr lang="en-US" sz="2000" b="1" dirty="0">
                <a:solidFill>
                  <a:schemeClr val="dk1"/>
                </a:solidFill>
                <a:latin typeface="Cambria"/>
                <a:ea typeface="Cambria"/>
                <a:cs typeface="Cambria"/>
                <a:sym typeface="Cambria"/>
              </a:rPr>
              <a:t>Siri</a:t>
            </a:r>
            <a:r>
              <a:rPr lang="en-US" sz="2000" dirty="0">
                <a:solidFill>
                  <a:schemeClr val="dk1"/>
                </a:solidFill>
                <a:latin typeface="Cambria"/>
                <a:ea typeface="Cambria"/>
                <a:cs typeface="Cambria"/>
                <a:sym typeface="Cambria"/>
              </a:rPr>
              <a:t> or </a:t>
            </a:r>
            <a:r>
              <a:rPr lang="en-US" sz="2000" b="1" dirty="0">
                <a:solidFill>
                  <a:schemeClr val="dk1"/>
                </a:solidFill>
                <a:latin typeface="Cambria"/>
                <a:ea typeface="Cambria"/>
                <a:cs typeface="Cambria"/>
                <a:sym typeface="Cambria"/>
              </a:rPr>
              <a:t>Alexa</a:t>
            </a:r>
            <a:r>
              <a:rPr lang="en-US" sz="2000" dirty="0">
                <a:solidFill>
                  <a:schemeClr val="dk1"/>
                </a:solidFill>
                <a:latin typeface="Cambria"/>
                <a:ea typeface="Cambria"/>
                <a:cs typeface="Cambria"/>
                <a:sym typeface="Cambria"/>
              </a:rPr>
              <a:t> that understand specific commands.</a:t>
            </a:r>
            <a:endParaRPr dirty="0"/>
          </a:p>
          <a:p>
            <a:pPr marL="0" indent="0" algn="just">
              <a:lnSpc>
                <a:spcPct val="100000"/>
              </a:lnSpc>
              <a:spcBef>
                <a:spcPts val="700"/>
              </a:spcBef>
              <a:buClr>
                <a:schemeClr val="accent2"/>
              </a:buClr>
              <a:buSzPts val="1200"/>
              <a:buNone/>
            </a:pPr>
            <a:r>
              <a:rPr lang="en-US" sz="2000" b="1" dirty="0">
                <a:solidFill>
                  <a:schemeClr val="dk1"/>
                </a:solidFill>
                <a:latin typeface="Cambria"/>
                <a:ea typeface="Cambria"/>
                <a:cs typeface="Cambria"/>
                <a:sym typeface="Cambria"/>
              </a:rPr>
              <a:t>Facial recognition</a:t>
            </a:r>
            <a:r>
              <a:rPr lang="en-US" sz="2000" dirty="0">
                <a:solidFill>
                  <a:schemeClr val="dk1"/>
                </a:solidFill>
                <a:latin typeface="Cambria"/>
                <a:ea typeface="Cambria"/>
                <a:cs typeface="Cambria"/>
                <a:sym typeface="Cambria"/>
              </a:rPr>
              <a:t> software used in security systems.</a:t>
            </a:r>
            <a:endParaRPr dirty="0"/>
          </a:p>
          <a:p>
            <a:pPr marL="0" indent="0" algn="just">
              <a:lnSpc>
                <a:spcPct val="100000"/>
              </a:lnSpc>
              <a:spcBef>
                <a:spcPts val="700"/>
              </a:spcBef>
              <a:buClr>
                <a:schemeClr val="accent2"/>
              </a:buClr>
              <a:buSzPts val="1200"/>
              <a:buNone/>
            </a:pPr>
            <a:r>
              <a:rPr lang="en-US" sz="2000" b="1" dirty="0">
                <a:solidFill>
                  <a:schemeClr val="dk1"/>
                </a:solidFill>
                <a:latin typeface="Cambria"/>
                <a:ea typeface="Cambria"/>
                <a:cs typeface="Cambria"/>
                <a:sym typeface="Cambria"/>
              </a:rPr>
              <a:t>Recommendation engines</a:t>
            </a:r>
            <a:r>
              <a:rPr lang="en-US" sz="2000" dirty="0">
                <a:solidFill>
                  <a:schemeClr val="dk1"/>
                </a:solidFill>
                <a:latin typeface="Cambria"/>
                <a:ea typeface="Cambria"/>
                <a:cs typeface="Cambria"/>
                <a:sym typeface="Cambria"/>
              </a:rPr>
              <a:t> used by platforms like Netflix or Amazon.</a:t>
            </a:r>
          </a:p>
          <a:p>
            <a:pPr marL="0" indent="0" algn="just">
              <a:lnSpc>
                <a:spcPct val="100000"/>
              </a:lnSpc>
              <a:spcBef>
                <a:spcPts val="0"/>
              </a:spcBef>
              <a:buClr>
                <a:schemeClr val="accent2"/>
              </a:buClr>
              <a:buSzPts val="1200"/>
              <a:buNone/>
            </a:pPr>
            <a:r>
              <a:rPr lang="en-US" sz="2400" b="1" dirty="0">
                <a:solidFill>
                  <a:schemeClr val="dk1"/>
                </a:solidFill>
                <a:latin typeface="Cambria"/>
                <a:ea typeface="Cambria"/>
                <a:cs typeface="Cambria"/>
                <a:sym typeface="Cambria"/>
              </a:rPr>
              <a:t>General AI </a:t>
            </a:r>
            <a:endParaRPr lang="en-US" sz="2400" dirty="0"/>
          </a:p>
          <a:p>
            <a:pPr marL="0" indent="-76200" algn="just">
              <a:lnSpc>
                <a:spcPct val="100000"/>
              </a:lnSpc>
              <a:spcBef>
                <a:spcPts val="700"/>
              </a:spcBef>
              <a:buClr>
                <a:schemeClr val="accent2"/>
              </a:buClr>
              <a:buSzPts val="1200"/>
              <a:buFont typeface="Noto Sans Symbols"/>
              <a:buChar char="◻"/>
            </a:pPr>
            <a:r>
              <a:rPr lang="en-US" sz="2000" dirty="0">
                <a:solidFill>
                  <a:schemeClr val="dk1"/>
                </a:solidFill>
                <a:latin typeface="Cambria"/>
                <a:ea typeface="Cambria"/>
                <a:cs typeface="Cambria"/>
                <a:sym typeface="Cambria"/>
              </a:rPr>
              <a:t>refers to AI systems that have human intelligence and abilities to perform various tasks. </a:t>
            </a:r>
            <a:endParaRPr lang="en-US" sz="2000" dirty="0"/>
          </a:p>
          <a:p>
            <a:pPr marL="0" indent="-76200" algn="just">
              <a:lnSpc>
                <a:spcPct val="100000"/>
              </a:lnSpc>
              <a:spcBef>
                <a:spcPts val="700"/>
              </a:spcBef>
              <a:buClr>
                <a:schemeClr val="accent2"/>
              </a:buClr>
              <a:buSzPts val="1200"/>
              <a:buFont typeface="Noto Sans Symbols"/>
              <a:buChar char="◻"/>
            </a:pPr>
            <a:r>
              <a:rPr lang="en-US" sz="2000" dirty="0">
                <a:solidFill>
                  <a:schemeClr val="dk1"/>
                </a:solidFill>
                <a:latin typeface="Cambria"/>
                <a:ea typeface="Cambria"/>
                <a:cs typeface="Cambria"/>
                <a:sym typeface="Cambria"/>
              </a:rPr>
              <a:t>Systems have capability to understand, learn and apply across a wide range of tasks that are similar to how a human can adapt to various tasks.</a:t>
            </a:r>
            <a:endParaRPr lang="en-US" sz="2000" dirty="0"/>
          </a:p>
          <a:p>
            <a:pPr marL="0" indent="0" algn="just">
              <a:lnSpc>
                <a:spcPct val="100000"/>
              </a:lnSpc>
              <a:spcBef>
                <a:spcPts val="700"/>
              </a:spcBef>
              <a:buClr>
                <a:schemeClr val="accent2"/>
              </a:buClr>
              <a:buSzPts val="1200"/>
              <a:buNone/>
            </a:pPr>
            <a:r>
              <a:rPr lang="en-US" sz="2000" b="1" dirty="0">
                <a:solidFill>
                  <a:schemeClr val="dk1"/>
                </a:solidFill>
                <a:latin typeface="Cambria"/>
                <a:ea typeface="Cambria"/>
                <a:cs typeface="Cambria"/>
                <a:sym typeface="Cambria"/>
              </a:rPr>
              <a:t>Examples:</a:t>
            </a:r>
            <a:endParaRPr lang="en-US" sz="2000" dirty="0"/>
          </a:p>
          <a:p>
            <a:pPr marL="0" indent="0" algn="just">
              <a:lnSpc>
                <a:spcPct val="100000"/>
              </a:lnSpc>
              <a:spcBef>
                <a:spcPts val="700"/>
              </a:spcBef>
              <a:buClr>
                <a:schemeClr val="accent2"/>
              </a:buClr>
              <a:buSzPts val="1200"/>
              <a:buNone/>
            </a:pPr>
            <a:r>
              <a:rPr lang="en-US" sz="2000" dirty="0">
                <a:solidFill>
                  <a:schemeClr val="dk1"/>
                </a:solidFill>
                <a:latin typeface="Cambria"/>
                <a:ea typeface="Cambria"/>
                <a:cs typeface="Cambria"/>
                <a:sym typeface="Cambria"/>
              </a:rPr>
              <a:t>Robots that can learn new skills and adapt to unforeseen challenges in real-time.</a:t>
            </a:r>
            <a:endParaRPr lang="en-US" sz="2000" dirty="0"/>
          </a:p>
          <a:p>
            <a:pPr marL="0" indent="0" algn="just">
              <a:lnSpc>
                <a:spcPct val="100000"/>
              </a:lnSpc>
              <a:spcBef>
                <a:spcPts val="700"/>
              </a:spcBef>
              <a:buClr>
                <a:schemeClr val="accent2"/>
              </a:buClr>
              <a:buSzPts val="1200"/>
              <a:buNone/>
            </a:pPr>
            <a:r>
              <a:rPr lang="en-US" sz="2000" dirty="0">
                <a:solidFill>
                  <a:schemeClr val="dk1"/>
                </a:solidFill>
                <a:latin typeface="Cambria"/>
                <a:ea typeface="Cambria"/>
                <a:cs typeface="Cambria"/>
                <a:sym typeface="Cambria"/>
              </a:rPr>
              <a:t>AI systems that could autonomously diagnose and solve complex medical issues across various specializations.</a:t>
            </a:r>
            <a:endParaRPr lang="en-US" sz="2000" dirty="0"/>
          </a:p>
          <a:p>
            <a:pPr marL="0" indent="0" algn="just">
              <a:lnSpc>
                <a:spcPct val="100000"/>
              </a:lnSpc>
              <a:spcBef>
                <a:spcPts val="700"/>
              </a:spcBef>
              <a:buClr>
                <a:schemeClr val="accent2"/>
              </a:buClr>
              <a:buSzPts val="1200"/>
              <a:buNone/>
            </a:pPr>
            <a:endParaRPr lang="en-US" sz="2000" dirty="0">
              <a:solidFill>
                <a:schemeClr val="dk1"/>
              </a:solidFill>
              <a:latin typeface="Cambria"/>
              <a:ea typeface="Cambria"/>
              <a:sym typeface="Cambria"/>
            </a:endParaRPr>
          </a:p>
          <a:p>
            <a:pPr marL="0" indent="0" algn="just">
              <a:lnSpc>
                <a:spcPct val="100000"/>
              </a:lnSpc>
              <a:spcBef>
                <a:spcPts val="700"/>
              </a:spcBef>
              <a:buClr>
                <a:schemeClr val="accent2"/>
              </a:buClr>
              <a:buSzPts val="1200"/>
              <a:buNone/>
            </a:pPr>
            <a:endParaRPr dirty="0"/>
          </a:p>
          <a:p>
            <a:pPr marL="319088" indent="-242888">
              <a:spcBef>
                <a:spcPts val="700"/>
              </a:spcBef>
              <a:buClr>
                <a:schemeClr val="accent2"/>
              </a:buClr>
              <a:buSzPts val="1200"/>
              <a:buNone/>
            </a:pPr>
            <a:endParaRPr sz="2000" dirty="0">
              <a:solidFill>
                <a:schemeClr val="dk1"/>
              </a:solidFill>
              <a:latin typeface="Cambria"/>
              <a:ea typeface="Cambria"/>
              <a:cs typeface="Cambria"/>
              <a:sym typeface="Cambri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31"/>
          <p:cNvSpPr txBox="1">
            <a:spLocks noGrp="1"/>
          </p:cNvSpPr>
          <p:nvPr>
            <p:ph sz="half" idx="1"/>
          </p:nvPr>
        </p:nvSpPr>
        <p:spPr>
          <a:xfrm>
            <a:off x="707571" y="859971"/>
            <a:ext cx="10548258" cy="5388429"/>
          </a:xfrm>
          <a:prstGeom prst="rect">
            <a:avLst/>
          </a:prstGeom>
          <a:noFill/>
          <a:ln>
            <a:noFill/>
          </a:ln>
        </p:spPr>
        <p:txBody>
          <a:bodyPr spcFirstLastPara="1" vert="horz" wrap="square" lIns="91425" tIns="45700" rIns="91425" bIns="45700" rtlCol="0" anchor="t" anchorCtr="0">
            <a:noAutofit/>
          </a:bodyPr>
          <a:lstStyle/>
          <a:p>
            <a:pPr marL="319087" indent="-319087" algn="just">
              <a:lnSpc>
                <a:spcPct val="150000"/>
              </a:lnSpc>
              <a:spcBef>
                <a:spcPts val="0"/>
              </a:spcBef>
              <a:buClr>
                <a:schemeClr val="accent2"/>
              </a:buClr>
              <a:buSzPts val="1200"/>
              <a:buFont typeface="Noto Sans Symbols"/>
              <a:buChar char="◻"/>
            </a:pPr>
            <a:r>
              <a:rPr lang="en-US" sz="2400" b="1" dirty="0">
                <a:solidFill>
                  <a:schemeClr val="dk1"/>
                </a:solidFill>
                <a:latin typeface="Cambria"/>
                <a:ea typeface="Cambria"/>
                <a:cs typeface="Cambria"/>
                <a:sym typeface="Cambria"/>
              </a:rPr>
              <a:t>Super AI</a:t>
            </a:r>
            <a:r>
              <a:rPr lang="en-US" sz="2400" dirty="0">
                <a:solidFill>
                  <a:schemeClr val="dk1"/>
                </a:solidFill>
                <a:latin typeface="Cambria"/>
                <a:ea typeface="Cambria"/>
                <a:cs typeface="Cambria"/>
                <a:sym typeface="Cambria"/>
              </a:rPr>
              <a:t> </a:t>
            </a:r>
          </a:p>
          <a:p>
            <a:pPr marL="0" indent="0" algn="just">
              <a:lnSpc>
                <a:spcPct val="150000"/>
              </a:lnSpc>
              <a:spcBef>
                <a:spcPts val="0"/>
              </a:spcBef>
              <a:buClr>
                <a:schemeClr val="accent2"/>
              </a:buClr>
              <a:buSzPts val="1200"/>
              <a:buNone/>
            </a:pPr>
            <a:r>
              <a:rPr lang="en-US" sz="2000" b="1" dirty="0">
                <a:solidFill>
                  <a:schemeClr val="dk1"/>
                </a:solidFill>
                <a:latin typeface="Cambria"/>
                <a:ea typeface="Cambria"/>
                <a:cs typeface="Cambria"/>
                <a:sym typeface="Cambria"/>
              </a:rPr>
              <a:t>surpasses intelligence of human in solving-problem</a:t>
            </a:r>
            <a:r>
              <a:rPr lang="en-US" sz="2000" dirty="0">
                <a:solidFill>
                  <a:schemeClr val="dk1"/>
                </a:solidFill>
                <a:latin typeface="Cambria"/>
                <a:ea typeface="Cambria"/>
                <a:cs typeface="Cambria"/>
                <a:sym typeface="Cambria"/>
              </a:rPr>
              <a:t>, creativity, and overall abilities. Super AI develops emotions, desires, need and beliefs of their own. They are able to make decisions of their own and solve problem of its own.</a:t>
            </a:r>
          </a:p>
          <a:p>
            <a:pPr marL="0" indent="0">
              <a:buNone/>
            </a:pPr>
            <a:r>
              <a:rPr lang="en-IN" sz="2000" b="1" dirty="0"/>
              <a:t>Examples</a:t>
            </a:r>
          </a:p>
          <a:p>
            <a:r>
              <a:rPr lang="en-IN" sz="2000" dirty="0"/>
              <a:t>Currently, </a:t>
            </a:r>
            <a:r>
              <a:rPr lang="en-IN" sz="2000" b="1" dirty="0"/>
              <a:t>there is no true Super AI</a:t>
            </a:r>
            <a:r>
              <a:rPr lang="en-IN" sz="2000" dirty="0"/>
              <a:t>.</a:t>
            </a:r>
          </a:p>
          <a:p>
            <a:pPr marL="0" indent="0">
              <a:buNone/>
            </a:pPr>
            <a:r>
              <a:rPr lang="en-IN" sz="2000" dirty="0"/>
              <a:t>Examples of today's advanced AI systems include:</a:t>
            </a:r>
          </a:p>
          <a:p>
            <a:r>
              <a:rPr lang="en-IN" sz="2000" dirty="0"/>
              <a:t>OpenAI's ChatGPT </a:t>
            </a:r>
          </a:p>
          <a:p>
            <a:r>
              <a:rPr lang="en-IN" sz="2000" dirty="0"/>
              <a:t>Google DeepMind's Gemini </a:t>
            </a:r>
          </a:p>
          <a:p>
            <a:r>
              <a:rPr lang="en-IN" sz="2000" dirty="0" err="1"/>
              <a:t>Anthropic's</a:t>
            </a:r>
            <a:r>
              <a:rPr lang="en-IN" sz="2000" dirty="0"/>
              <a:t> Claude </a:t>
            </a:r>
          </a:p>
          <a:p>
            <a:r>
              <a:rPr lang="en-IN" sz="2000" dirty="0"/>
              <a:t>These are examples of </a:t>
            </a:r>
            <a:r>
              <a:rPr lang="en-IN" sz="2000" b="1" dirty="0"/>
              <a:t>Narrow AI (ANI)</a:t>
            </a:r>
            <a:r>
              <a:rPr lang="en-IN" sz="2000" dirty="0"/>
              <a:t>, not Super AI.</a:t>
            </a:r>
          </a:p>
          <a:p>
            <a:pPr marL="0" indent="0" algn="just">
              <a:lnSpc>
                <a:spcPct val="150000"/>
              </a:lnSpc>
              <a:spcBef>
                <a:spcPts val="0"/>
              </a:spcBef>
              <a:buClr>
                <a:schemeClr val="accent2"/>
              </a:buClr>
              <a:buSzPts val="1200"/>
              <a:buNone/>
            </a:pP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32"/>
          <p:cNvSpPr txBox="1">
            <a:spLocks noGrp="1"/>
          </p:cNvSpPr>
          <p:nvPr>
            <p:ph type="title"/>
          </p:nvPr>
        </p:nvSpPr>
        <p:spPr>
          <a:xfrm>
            <a:off x="1524001" y="152400"/>
            <a:ext cx="9082087" cy="468312"/>
          </a:xfrm>
          <a:prstGeom prst="rect">
            <a:avLst/>
          </a:prstGeom>
          <a:noFill/>
          <a:ln>
            <a:noFill/>
          </a:ln>
        </p:spPr>
        <p:txBody>
          <a:bodyPr spcFirstLastPara="1" vert="horz" wrap="square" lIns="91425" tIns="45700" rIns="91425" bIns="45700" rtlCol="0" anchor="ctr" anchorCtr="0">
            <a:noAutofit/>
          </a:bodyPr>
          <a:lstStyle/>
          <a:p>
            <a:pPr>
              <a:lnSpc>
                <a:spcPct val="100000"/>
              </a:lnSpc>
              <a:spcBef>
                <a:spcPts val="0"/>
              </a:spcBef>
              <a:buClr>
                <a:schemeClr val="dk2"/>
              </a:buClr>
              <a:buSzPts val="3200"/>
            </a:pPr>
            <a:br>
              <a:rPr lang="en-US" sz="3200" b="1">
                <a:solidFill>
                  <a:schemeClr val="dk2"/>
                </a:solidFill>
                <a:latin typeface="Twentieth Century"/>
                <a:ea typeface="Twentieth Century"/>
                <a:cs typeface="Twentieth Century"/>
                <a:sym typeface="Twentieth Century"/>
              </a:rPr>
            </a:br>
            <a:r>
              <a:rPr lang="en-US" sz="3200" b="1">
                <a:solidFill>
                  <a:schemeClr val="dk2"/>
                </a:solidFill>
                <a:latin typeface="Cambria"/>
                <a:ea typeface="Cambria"/>
                <a:cs typeface="Cambria"/>
                <a:sym typeface="Cambria"/>
              </a:rPr>
              <a:t>Artificial Intelligence Based on Functionalities</a:t>
            </a:r>
            <a:br>
              <a:rPr lang="en-US" sz="4400" b="1">
                <a:solidFill>
                  <a:schemeClr val="dk2"/>
                </a:solidFill>
                <a:latin typeface="Twentieth Century"/>
                <a:ea typeface="Twentieth Century"/>
                <a:cs typeface="Twentieth Century"/>
                <a:sym typeface="Twentieth Century"/>
              </a:rPr>
            </a:br>
            <a:endParaRPr/>
          </a:p>
        </p:txBody>
      </p:sp>
      <p:sp>
        <p:nvSpPr>
          <p:cNvPr id="228" name="Google Shape;228;p32"/>
          <p:cNvSpPr txBox="1">
            <a:spLocks noGrp="1"/>
          </p:cNvSpPr>
          <p:nvPr>
            <p:ph sz="half" idx="1"/>
          </p:nvPr>
        </p:nvSpPr>
        <p:spPr>
          <a:xfrm>
            <a:off x="478970" y="1295400"/>
            <a:ext cx="11179629" cy="5040086"/>
          </a:xfrm>
          <a:prstGeom prst="rect">
            <a:avLst/>
          </a:prstGeom>
          <a:noFill/>
          <a:ln>
            <a:noFill/>
          </a:ln>
        </p:spPr>
        <p:txBody>
          <a:bodyPr spcFirstLastPara="1" vert="horz" wrap="square" lIns="91425" tIns="45700" rIns="91425" bIns="45700" rtlCol="0" anchor="t" anchorCtr="0">
            <a:noAutofit/>
          </a:bodyPr>
          <a:lstStyle/>
          <a:p>
            <a:pPr marL="319087" indent="-319087" algn="just">
              <a:lnSpc>
                <a:spcPct val="100000"/>
              </a:lnSpc>
              <a:spcBef>
                <a:spcPts val="0"/>
              </a:spcBef>
              <a:buClr>
                <a:schemeClr val="accent2"/>
              </a:buClr>
              <a:buSzPts val="1200"/>
              <a:buFont typeface="Noto Sans Symbols"/>
              <a:buChar char="◻"/>
            </a:pPr>
            <a:r>
              <a:rPr lang="en-US" sz="2800" b="1" dirty="0">
                <a:solidFill>
                  <a:schemeClr val="dk1"/>
                </a:solidFill>
                <a:latin typeface="Times New Roman" panose="02020603050405020304" pitchFamily="18" charset="0"/>
                <a:ea typeface="Cambria"/>
                <a:cs typeface="Times New Roman" panose="02020603050405020304" pitchFamily="18" charset="0"/>
                <a:sym typeface="Cambria"/>
              </a:rPr>
              <a:t>Reactive machines</a:t>
            </a:r>
            <a:r>
              <a:rPr lang="en-US" sz="2800" dirty="0">
                <a:solidFill>
                  <a:schemeClr val="dk1"/>
                </a:solidFill>
                <a:latin typeface="Times New Roman" panose="02020603050405020304" pitchFamily="18" charset="0"/>
                <a:ea typeface="Cambria"/>
                <a:cs typeface="Times New Roman" panose="02020603050405020304" pitchFamily="18" charset="0"/>
                <a:sym typeface="Cambria"/>
              </a:rPr>
              <a:t> are the most basic form of AI. They operate purely based on the present data and do not store any previous experiences or learn from past actions. </a:t>
            </a:r>
            <a:endParaRPr sz="2800" dirty="0">
              <a:latin typeface="Times New Roman" panose="02020603050405020304" pitchFamily="18" charset="0"/>
              <a:cs typeface="Times New Roman" panose="02020603050405020304" pitchFamily="18" charset="0"/>
            </a:endParaRPr>
          </a:p>
          <a:p>
            <a:pPr marL="0" indent="0" algn="just">
              <a:lnSpc>
                <a:spcPct val="100000"/>
              </a:lnSpc>
              <a:spcBef>
                <a:spcPts val="700"/>
              </a:spcBef>
              <a:buClr>
                <a:schemeClr val="accent2"/>
              </a:buClr>
              <a:buSzPts val="1200"/>
              <a:buNone/>
            </a:pPr>
            <a:endParaRPr lang="en-US" sz="2000" b="1" dirty="0">
              <a:solidFill>
                <a:schemeClr val="dk1"/>
              </a:solidFill>
              <a:latin typeface="Cambria"/>
              <a:ea typeface="Cambria"/>
              <a:cs typeface="Cambria"/>
              <a:sym typeface="Cambria"/>
            </a:endParaRPr>
          </a:p>
          <a:p>
            <a:pPr marL="0" indent="0" algn="just">
              <a:lnSpc>
                <a:spcPct val="100000"/>
              </a:lnSpc>
              <a:spcBef>
                <a:spcPts val="700"/>
              </a:spcBef>
              <a:buClr>
                <a:schemeClr val="accent2"/>
              </a:buClr>
              <a:buSzPts val="1200"/>
              <a:buNone/>
            </a:pPr>
            <a:r>
              <a:rPr lang="en-US" sz="2000" b="1" dirty="0">
                <a:solidFill>
                  <a:schemeClr val="dk1"/>
                </a:solidFill>
                <a:latin typeface="Cambria"/>
                <a:ea typeface="Cambria"/>
                <a:cs typeface="Cambria"/>
                <a:sym typeface="Cambria"/>
              </a:rPr>
              <a:t>IBM’s Deep Blue</a:t>
            </a:r>
            <a:r>
              <a:rPr lang="en-US" sz="2000" dirty="0">
                <a:solidFill>
                  <a:schemeClr val="dk1"/>
                </a:solidFill>
                <a:latin typeface="Cambria"/>
                <a:ea typeface="Cambria"/>
                <a:cs typeface="Cambria"/>
                <a:sym typeface="Cambria"/>
              </a:rPr>
              <a:t>, which defeated the world chess champion Garry Kasparov in 1997. It could identify the pieces on the board and make predictions but could not store any memories or learn from past games.</a:t>
            </a:r>
            <a:endParaRPr sz="2000" dirty="0"/>
          </a:p>
          <a:p>
            <a:pPr algn="just"/>
            <a:r>
              <a:rPr lang="en-IN" sz="2000" b="1" dirty="0"/>
              <a:t>Examples of Reactive Machines</a:t>
            </a:r>
          </a:p>
          <a:p>
            <a:pPr algn="just"/>
            <a:r>
              <a:rPr lang="en-IN" sz="2000" dirty="0"/>
              <a:t>IBM Deep Blue (Chess-playing computer) </a:t>
            </a:r>
          </a:p>
          <a:p>
            <a:pPr algn="just"/>
            <a:r>
              <a:rPr lang="en-IN" sz="2000" dirty="0"/>
              <a:t>Basic rule-based expert systems </a:t>
            </a:r>
          </a:p>
          <a:p>
            <a:pPr algn="just"/>
            <a:r>
              <a:rPr lang="en-IN" sz="2000" dirty="0"/>
              <a:t>Simple game-playing AI that does not learn</a:t>
            </a:r>
          </a:p>
          <a:p>
            <a:pPr marL="319088" indent="-242888">
              <a:spcBef>
                <a:spcPts val="700"/>
              </a:spcBef>
              <a:buClr>
                <a:schemeClr val="accent2"/>
              </a:buClr>
              <a:buSzPts val="1200"/>
              <a:buNone/>
            </a:pPr>
            <a:endParaRPr sz="2000" dirty="0">
              <a:solidFill>
                <a:schemeClr val="dk1"/>
              </a:solidFill>
              <a:latin typeface="Cambria"/>
              <a:ea typeface="Cambria"/>
              <a:cs typeface="Cambria"/>
              <a:sym typeface="Cambri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6">
          <a:extLst>
            <a:ext uri="{FF2B5EF4-FFF2-40B4-BE49-F238E27FC236}">
              <a16:creationId xmlns:a16="http://schemas.microsoft.com/office/drawing/2014/main" id="{A31221D8-6583-EC6F-C5C2-E34EF0F33093}"/>
            </a:ext>
          </a:extLst>
        </p:cNvPr>
        <p:cNvGrpSpPr/>
        <p:nvPr/>
      </p:nvGrpSpPr>
      <p:grpSpPr>
        <a:xfrm>
          <a:off x="0" y="0"/>
          <a:ext cx="0" cy="0"/>
          <a:chOff x="0" y="0"/>
          <a:chExt cx="0" cy="0"/>
        </a:xfrm>
      </p:grpSpPr>
      <p:sp>
        <p:nvSpPr>
          <p:cNvPr id="227" name="Google Shape;227;p32">
            <a:extLst>
              <a:ext uri="{FF2B5EF4-FFF2-40B4-BE49-F238E27FC236}">
                <a16:creationId xmlns:a16="http://schemas.microsoft.com/office/drawing/2014/main" id="{05875408-5A3E-EC8E-9A1A-6AA97CB58850}"/>
              </a:ext>
            </a:extLst>
          </p:cNvPr>
          <p:cNvSpPr txBox="1">
            <a:spLocks noGrp="1"/>
          </p:cNvSpPr>
          <p:nvPr>
            <p:ph type="title"/>
          </p:nvPr>
        </p:nvSpPr>
        <p:spPr>
          <a:xfrm>
            <a:off x="1524001" y="152400"/>
            <a:ext cx="9082087" cy="468312"/>
          </a:xfrm>
          <a:prstGeom prst="rect">
            <a:avLst/>
          </a:prstGeom>
          <a:noFill/>
          <a:ln>
            <a:noFill/>
          </a:ln>
        </p:spPr>
        <p:txBody>
          <a:bodyPr spcFirstLastPara="1" vert="horz" wrap="square" lIns="91425" tIns="45700" rIns="91425" bIns="45700" rtlCol="0" anchor="ctr" anchorCtr="0">
            <a:noAutofit/>
          </a:bodyPr>
          <a:lstStyle/>
          <a:p>
            <a:pPr>
              <a:lnSpc>
                <a:spcPct val="100000"/>
              </a:lnSpc>
              <a:spcBef>
                <a:spcPts val="0"/>
              </a:spcBef>
              <a:buClr>
                <a:schemeClr val="dk2"/>
              </a:buClr>
              <a:buSzPts val="3200"/>
            </a:pPr>
            <a:br>
              <a:rPr lang="en-US" sz="3200" b="1">
                <a:solidFill>
                  <a:schemeClr val="dk2"/>
                </a:solidFill>
                <a:latin typeface="Twentieth Century"/>
                <a:ea typeface="Twentieth Century"/>
                <a:cs typeface="Twentieth Century"/>
                <a:sym typeface="Twentieth Century"/>
              </a:rPr>
            </a:br>
            <a:r>
              <a:rPr lang="en-US" sz="3200" b="1">
                <a:solidFill>
                  <a:schemeClr val="dk2"/>
                </a:solidFill>
                <a:latin typeface="Cambria"/>
                <a:ea typeface="Cambria"/>
                <a:cs typeface="Cambria"/>
                <a:sym typeface="Cambria"/>
              </a:rPr>
              <a:t>Artificial Intelligence Based on Functionalities</a:t>
            </a:r>
            <a:br>
              <a:rPr lang="en-US" sz="4400" b="1">
                <a:solidFill>
                  <a:schemeClr val="dk2"/>
                </a:solidFill>
                <a:latin typeface="Twentieth Century"/>
                <a:ea typeface="Twentieth Century"/>
                <a:cs typeface="Twentieth Century"/>
                <a:sym typeface="Twentieth Century"/>
              </a:rPr>
            </a:br>
            <a:endParaRPr/>
          </a:p>
        </p:txBody>
      </p:sp>
      <p:sp>
        <p:nvSpPr>
          <p:cNvPr id="229" name="Google Shape;229;p32">
            <a:extLst>
              <a:ext uri="{FF2B5EF4-FFF2-40B4-BE49-F238E27FC236}">
                <a16:creationId xmlns:a16="http://schemas.microsoft.com/office/drawing/2014/main" id="{D01A4DFA-2BF2-9421-80DB-25524F8CA807}"/>
              </a:ext>
            </a:extLst>
          </p:cNvPr>
          <p:cNvSpPr txBox="1">
            <a:spLocks noGrp="1"/>
          </p:cNvSpPr>
          <p:nvPr>
            <p:ph sz="half" idx="2"/>
          </p:nvPr>
        </p:nvSpPr>
        <p:spPr>
          <a:xfrm>
            <a:off x="968829" y="1545771"/>
            <a:ext cx="10461171" cy="4572000"/>
          </a:xfrm>
          <a:prstGeom prst="rect">
            <a:avLst/>
          </a:prstGeom>
          <a:noFill/>
          <a:ln>
            <a:noFill/>
          </a:ln>
        </p:spPr>
        <p:txBody>
          <a:bodyPr spcFirstLastPara="1" vert="horz" wrap="square" lIns="91425" tIns="45700" rIns="91425" bIns="45700" rtlCol="0" anchor="t" anchorCtr="0">
            <a:noAutofit/>
          </a:bodyPr>
          <a:lstStyle/>
          <a:p>
            <a:pPr marL="319087" indent="-319087" algn="just">
              <a:lnSpc>
                <a:spcPct val="100000"/>
              </a:lnSpc>
              <a:spcBef>
                <a:spcPts val="0"/>
              </a:spcBef>
              <a:buClr>
                <a:schemeClr val="accent2"/>
              </a:buClr>
              <a:buSzPts val="1200"/>
              <a:buFont typeface="Noto Sans Symbols"/>
              <a:buChar char="◻"/>
            </a:pPr>
            <a:r>
              <a:rPr lang="en-US" sz="2400" b="1" dirty="0">
                <a:solidFill>
                  <a:schemeClr val="dk1"/>
                </a:solidFill>
                <a:latin typeface="Cambria"/>
                <a:ea typeface="Cambria"/>
                <a:cs typeface="Cambria"/>
                <a:sym typeface="Cambria"/>
              </a:rPr>
              <a:t>Limited Memory AI</a:t>
            </a:r>
            <a:r>
              <a:rPr lang="en-US" sz="2400" dirty="0">
                <a:solidFill>
                  <a:schemeClr val="dk1"/>
                </a:solidFill>
                <a:latin typeface="Cambria"/>
                <a:ea typeface="Cambria"/>
                <a:cs typeface="Cambria"/>
                <a:sym typeface="Cambria"/>
              </a:rPr>
              <a:t> can learn from past data to improve future responses. Most modern AI applications fall under this category. These systems use historical data to make decisions and predictions but do not have long-term memory. </a:t>
            </a:r>
          </a:p>
          <a:p>
            <a:pPr marL="0" indent="0" algn="just">
              <a:lnSpc>
                <a:spcPct val="100000"/>
              </a:lnSpc>
              <a:spcBef>
                <a:spcPts val="0"/>
              </a:spcBef>
              <a:buClr>
                <a:schemeClr val="accent2"/>
              </a:buClr>
              <a:buSzPts val="1200"/>
              <a:buNone/>
            </a:pPr>
            <a:endParaRPr lang="en-US" sz="2400" dirty="0">
              <a:solidFill>
                <a:schemeClr val="dk1"/>
              </a:solidFill>
              <a:latin typeface="Cambria"/>
              <a:ea typeface="Cambria"/>
              <a:sym typeface="Cambria"/>
            </a:endParaRPr>
          </a:p>
          <a:p>
            <a:pPr marL="0" indent="0" algn="just">
              <a:lnSpc>
                <a:spcPct val="100000"/>
              </a:lnSpc>
              <a:spcBef>
                <a:spcPts val="0"/>
              </a:spcBef>
              <a:buClr>
                <a:schemeClr val="accent2"/>
              </a:buClr>
              <a:buSzPts val="1200"/>
              <a:buNone/>
            </a:pPr>
            <a:r>
              <a:rPr lang="en-US" sz="2400" b="1" dirty="0">
                <a:solidFill>
                  <a:schemeClr val="dk1"/>
                </a:solidFill>
                <a:latin typeface="Cambria"/>
                <a:ea typeface="Cambria"/>
                <a:sym typeface="Cambria"/>
              </a:rPr>
              <a:t>Examples:</a:t>
            </a:r>
            <a:endParaRPr sz="2400" b="1" dirty="0"/>
          </a:p>
          <a:p>
            <a:pPr marL="0" indent="0" algn="just">
              <a:lnSpc>
                <a:spcPct val="100000"/>
              </a:lnSpc>
              <a:spcBef>
                <a:spcPts val="700"/>
              </a:spcBef>
              <a:buClr>
                <a:schemeClr val="accent2"/>
              </a:buClr>
              <a:buSzPts val="1200"/>
              <a:buNone/>
            </a:pPr>
            <a:r>
              <a:rPr lang="en-US" sz="2400" b="1" dirty="0">
                <a:solidFill>
                  <a:schemeClr val="dk1"/>
                </a:solidFill>
                <a:latin typeface="Cambria"/>
                <a:ea typeface="Cambria"/>
                <a:cs typeface="Cambria"/>
                <a:sym typeface="Cambria"/>
              </a:rPr>
              <a:t>Self-driving cars</a:t>
            </a:r>
            <a:r>
              <a:rPr lang="en-US" sz="2400" dirty="0">
                <a:solidFill>
                  <a:schemeClr val="dk1"/>
                </a:solidFill>
                <a:latin typeface="Cambria"/>
                <a:ea typeface="Cambria"/>
                <a:cs typeface="Cambria"/>
                <a:sym typeface="Cambria"/>
              </a:rPr>
              <a:t>: They observe the road, traffic signs, and movement of nearby cars, and make decisions based on past experiences and current conditions.</a:t>
            </a:r>
            <a:endParaRPr sz="2400" dirty="0"/>
          </a:p>
          <a:p>
            <a:pPr marL="0" indent="0" algn="just">
              <a:lnSpc>
                <a:spcPct val="100000"/>
              </a:lnSpc>
              <a:spcBef>
                <a:spcPts val="700"/>
              </a:spcBef>
              <a:buClr>
                <a:schemeClr val="accent2"/>
              </a:buClr>
              <a:buSzPts val="1200"/>
              <a:buNone/>
            </a:pPr>
            <a:r>
              <a:rPr lang="en-US" sz="2400" b="1" dirty="0">
                <a:solidFill>
                  <a:schemeClr val="dk1"/>
                </a:solidFill>
                <a:latin typeface="Cambria"/>
                <a:ea typeface="Cambria"/>
                <a:cs typeface="Cambria"/>
                <a:sym typeface="Cambria"/>
              </a:rPr>
              <a:t>Chatbots</a:t>
            </a:r>
            <a:r>
              <a:rPr lang="en-US" sz="2400" dirty="0">
                <a:solidFill>
                  <a:schemeClr val="dk1"/>
                </a:solidFill>
                <a:latin typeface="Cambria"/>
                <a:ea typeface="Cambria"/>
                <a:cs typeface="Cambria"/>
                <a:sym typeface="Cambria"/>
              </a:rPr>
              <a:t> that can remember recent conversations to improve the flow and relevance of replies.</a:t>
            </a:r>
            <a:endParaRPr sz="2400" dirty="0"/>
          </a:p>
          <a:p>
            <a:pPr marL="319088" indent="-242888">
              <a:spcBef>
                <a:spcPts val="700"/>
              </a:spcBef>
              <a:buClr>
                <a:schemeClr val="accent2"/>
              </a:buClr>
              <a:buSzPts val="1200"/>
              <a:buNone/>
            </a:pPr>
            <a:endParaRPr sz="2000" dirty="0">
              <a:solidFill>
                <a:schemeClr val="dk1"/>
              </a:solidFill>
              <a:latin typeface="Cambria"/>
              <a:ea typeface="Cambria"/>
              <a:cs typeface="Cambria"/>
              <a:sym typeface="Cambria"/>
            </a:endParaRPr>
          </a:p>
        </p:txBody>
      </p:sp>
    </p:spTree>
    <p:extLst>
      <p:ext uri="{BB962C8B-B14F-4D97-AF65-F5344CB8AC3E}">
        <p14:creationId xmlns:p14="http://schemas.microsoft.com/office/powerpoint/2010/main" val="25840093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6">
          <a:extLst>
            <a:ext uri="{FF2B5EF4-FFF2-40B4-BE49-F238E27FC236}">
              <a16:creationId xmlns:a16="http://schemas.microsoft.com/office/drawing/2014/main" id="{50528D82-4D8A-2B67-7686-F6ED3F7A76D9}"/>
            </a:ext>
          </a:extLst>
        </p:cNvPr>
        <p:cNvGrpSpPr/>
        <p:nvPr/>
      </p:nvGrpSpPr>
      <p:grpSpPr>
        <a:xfrm>
          <a:off x="0" y="0"/>
          <a:ext cx="0" cy="0"/>
          <a:chOff x="0" y="0"/>
          <a:chExt cx="0" cy="0"/>
        </a:xfrm>
      </p:grpSpPr>
      <p:sp>
        <p:nvSpPr>
          <p:cNvPr id="227" name="Google Shape;227;p32">
            <a:extLst>
              <a:ext uri="{FF2B5EF4-FFF2-40B4-BE49-F238E27FC236}">
                <a16:creationId xmlns:a16="http://schemas.microsoft.com/office/drawing/2014/main" id="{8664B47F-720E-485C-2B60-0989A1D7D393}"/>
              </a:ext>
            </a:extLst>
          </p:cNvPr>
          <p:cNvSpPr txBox="1">
            <a:spLocks noGrp="1"/>
          </p:cNvSpPr>
          <p:nvPr>
            <p:ph type="title"/>
          </p:nvPr>
        </p:nvSpPr>
        <p:spPr>
          <a:xfrm>
            <a:off x="1524001" y="152400"/>
            <a:ext cx="9082087" cy="468312"/>
          </a:xfrm>
          <a:prstGeom prst="rect">
            <a:avLst/>
          </a:prstGeom>
          <a:noFill/>
          <a:ln>
            <a:noFill/>
          </a:ln>
        </p:spPr>
        <p:txBody>
          <a:bodyPr spcFirstLastPara="1" vert="horz" wrap="square" lIns="91425" tIns="45700" rIns="91425" bIns="45700" rtlCol="0" anchor="ctr" anchorCtr="0">
            <a:noAutofit/>
          </a:bodyPr>
          <a:lstStyle/>
          <a:p>
            <a:pPr>
              <a:lnSpc>
                <a:spcPct val="100000"/>
              </a:lnSpc>
              <a:spcBef>
                <a:spcPts val="0"/>
              </a:spcBef>
              <a:buClr>
                <a:schemeClr val="dk2"/>
              </a:buClr>
              <a:buSzPts val="3200"/>
            </a:pPr>
            <a:br>
              <a:rPr lang="en-US" sz="3200" b="1">
                <a:solidFill>
                  <a:schemeClr val="dk2"/>
                </a:solidFill>
                <a:latin typeface="Twentieth Century"/>
                <a:ea typeface="Twentieth Century"/>
                <a:cs typeface="Twentieth Century"/>
                <a:sym typeface="Twentieth Century"/>
              </a:rPr>
            </a:br>
            <a:r>
              <a:rPr lang="en-US" sz="3200" b="1">
                <a:solidFill>
                  <a:schemeClr val="dk2"/>
                </a:solidFill>
                <a:latin typeface="Cambria"/>
                <a:ea typeface="Cambria"/>
                <a:cs typeface="Cambria"/>
                <a:sym typeface="Cambria"/>
              </a:rPr>
              <a:t>Artificial Intelligence Based on Functionalities</a:t>
            </a:r>
            <a:br>
              <a:rPr lang="en-US" sz="4400" b="1">
                <a:solidFill>
                  <a:schemeClr val="dk2"/>
                </a:solidFill>
                <a:latin typeface="Twentieth Century"/>
                <a:ea typeface="Twentieth Century"/>
                <a:cs typeface="Twentieth Century"/>
                <a:sym typeface="Twentieth Century"/>
              </a:rPr>
            </a:br>
            <a:endParaRPr/>
          </a:p>
        </p:txBody>
      </p:sp>
      <p:sp>
        <p:nvSpPr>
          <p:cNvPr id="229" name="Google Shape;229;p32">
            <a:extLst>
              <a:ext uri="{FF2B5EF4-FFF2-40B4-BE49-F238E27FC236}">
                <a16:creationId xmlns:a16="http://schemas.microsoft.com/office/drawing/2014/main" id="{FDC7EF68-8BD0-3B60-7870-B5D2EF8E37A0}"/>
              </a:ext>
            </a:extLst>
          </p:cNvPr>
          <p:cNvSpPr txBox="1">
            <a:spLocks noGrp="1"/>
          </p:cNvSpPr>
          <p:nvPr>
            <p:ph sz="half" idx="2"/>
          </p:nvPr>
        </p:nvSpPr>
        <p:spPr>
          <a:xfrm>
            <a:off x="968829" y="1545771"/>
            <a:ext cx="10461171" cy="4572000"/>
          </a:xfrm>
          <a:prstGeom prst="rect">
            <a:avLst/>
          </a:prstGeom>
          <a:noFill/>
          <a:ln>
            <a:noFill/>
          </a:ln>
        </p:spPr>
        <p:txBody>
          <a:bodyPr spcFirstLastPara="1" vert="horz" wrap="square" lIns="91425" tIns="45700" rIns="91425" bIns="45700" rtlCol="0" anchor="t" anchorCtr="0">
            <a:noAutofit/>
          </a:bodyPr>
          <a:lstStyle/>
          <a:p>
            <a:pPr marL="319087" indent="-319087" algn="just">
              <a:lnSpc>
                <a:spcPct val="100000"/>
              </a:lnSpc>
              <a:spcBef>
                <a:spcPts val="0"/>
              </a:spcBef>
              <a:buClr>
                <a:schemeClr val="accent2"/>
              </a:buClr>
              <a:buSzPts val="1200"/>
              <a:buFont typeface="Noto Sans Symbols"/>
              <a:buChar char="◻"/>
            </a:pPr>
            <a:r>
              <a:rPr lang="en-US" sz="2400" b="1" dirty="0">
                <a:solidFill>
                  <a:schemeClr val="dk1"/>
                </a:solidFill>
                <a:latin typeface="Cambria"/>
                <a:ea typeface="Cambria"/>
                <a:cs typeface="Cambria"/>
                <a:sym typeface="Cambria"/>
              </a:rPr>
              <a:t>Theory of Mind AI</a:t>
            </a:r>
            <a:r>
              <a:rPr lang="en-US" sz="2400" dirty="0">
                <a:solidFill>
                  <a:schemeClr val="dk1"/>
                </a:solidFill>
                <a:latin typeface="Cambria"/>
                <a:ea typeface="Cambria"/>
                <a:cs typeface="Cambria"/>
                <a:sym typeface="Cambria"/>
              </a:rPr>
              <a:t> aims to understand human emotions, beliefs, intentions, and desires. </a:t>
            </a:r>
            <a:endParaRPr lang="en-US" sz="2400" dirty="0"/>
          </a:p>
          <a:p>
            <a:pPr marL="319087" indent="-242887" algn="just">
              <a:lnSpc>
                <a:spcPct val="100000"/>
              </a:lnSpc>
              <a:spcBef>
                <a:spcPts val="700"/>
              </a:spcBef>
              <a:buClr>
                <a:schemeClr val="accent2"/>
              </a:buClr>
              <a:buSzPts val="1200"/>
              <a:buNone/>
            </a:pPr>
            <a:r>
              <a:rPr lang="en-US" sz="2400" dirty="0">
                <a:solidFill>
                  <a:schemeClr val="dk1"/>
                </a:solidFill>
                <a:latin typeface="Cambria"/>
                <a:ea typeface="Cambria"/>
                <a:cs typeface="Cambria"/>
                <a:sym typeface="Cambria"/>
              </a:rPr>
              <a:t>Examples:</a:t>
            </a:r>
          </a:p>
          <a:p>
            <a:pPr marL="319087" indent="-319087" algn="just">
              <a:lnSpc>
                <a:spcPct val="100000"/>
              </a:lnSpc>
              <a:spcBef>
                <a:spcPts val="700"/>
              </a:spcBef>
              <a:buClr>
                <a:schemeClr val="accent2"/>
              </a:buClr>
              <a:buSzPts val="1200"/>
              <a:buFont typeface="Noto Sans Symbols"/>
              <a:buChar char="◻"/>
            </a:pPr>
            <a:r>
              <a:rPr lang="en-US" sz="2400" b="1" dirty="0">
                <a:solidFill>
                  <a:schemeClr val="dk1"/>
                </a:solidFill>
                <a:latin typeface="Cambria"/>
                <a:ea typeface="Cambria"/>
                <a:cs typeface="Cambria"/>
                <a:sym typeface="Cambria"/>
              </a:rPr>
              <a:t>Human-robot interaction</a:t>
            </a:r>
            <a:r>
              <a:rPr lang="en-US" sz="2400" dirty="0">
                <a:solidFill>
                  <a:schemeClr val="dk1"/>
                </a:solidFill>
                <a:latin typeface="Cambria"/>
                <a:ea typeface="Cambria"/>
                <a:cs typeface="Cambria"/>
                <a:sym typeface="Cambria"/>
              </a:rPr>
              <a:t> where AI could detect emotions and adjust its responses to empathize with humans.</a:t>
            </a:r>
            <a:endParaRPr lang="en-US" sz="2400" dirty="0"/>
          </a:p>
          <a:p>
            <a:pPr marL="319087" indent="-319087" algn="just">
              <a:lnSpc>
                <a:spcPct val="100000"/>
              </a:lnSpc>
              <a:spcBef>
                <a:spcPts val="700"/>
              </a:spcBef>
              <a:buClr>
                <a:schemeClr val="accent2"/>
              </a:buClr>
              <a:buSzPts val="1200"/>
              <a:buFont typeface="Noto Sans Symbols"/>
              <a:buChar char="◻"/>
            </a:pPr>
            <a:r>
              <a:rPr lang="en-US" sz="2400" b="1" dirty="0">
                <a:solidFill>
                  <a:schemeClr val="dk1"/>
                </a:solidFill>
                <a:latin typeface="Cambria"/>
                <a:ea typeface="Cambria"/>
                <a:cs typeface="Cambria"/>
                <a:sym typeface="Cambria"/>
              </a:rPr>
              <a:t>Collaborative robots</a:t>
            </a:r>
            <a:r>
              <a:rPr lang="en-US" sz="2400" dirty="0">
                <a:solidFill>
                  <a:schemeClr val="dk1"/>
                </a:solidFill>
                <a:latin typeface="Cambria"/>
                <a:ea typeface="Cambria"/>
                <a:cs typeface="Cambria"/>
                <a:sym typeface="Cambria"/>
              </a:rPr>
              <a:t> that work alongside humans in fields like healthcare, adapting their tasks based on the needs of the patients.</a:t>
            </a:r>
            <a:endParaRPr lang="en-US" sz="2400" dirty="0"/>
          </a:p>
          <a:p>
            <a:pPr marL="319088" indent="-242888">
              <a:spcBef>
                <a:spcPts val="700"/>
              </a:spcBef>
              <a:buClr>
                <a:schemeClr val="accent2"/>
              </a:buClr>
              <a:buSzPts val="1200"/>
              <a:buNone/>
            </a:pPr>
            <a:endParaRPr sz="2000" dirty="0">
              <a:solidFill>
                <a:schemeClr val="dk1"/>
              </a:solidFill>
              <a:latin typeface="Cambria"/>
              <a:ea typeface="Cambria"/>
              <a:cs typeface="Cambria"/>
              <a:sym typeface="Cambria"/>
            </a:endParaRPr>
          </a:p>
        </p:txBody>
      </p:sp>
    </p:spTree>
    <p:extLst>
      <p:ext uri="{BB962C8B-B14F-4D97-AF65-F5344CB8AC3E}">
        <p14:creationId xmlns:p14="http://schemas.microsoft.com/office/powerpoint/2010/main" val="1837401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6">
          <a:extLst>
            <a:ext uri="{FF2B5EF4-FFF2-40B4-BE49-F238E27FC236}">
              <a16:creationId xmlns:a16="http://schemas.microsoft.com/office/drawing/2014/main" id="{61C0568A-330E-551F-6EC0-BCA913A21672}"/>
            </a:ext>
          </a:extLst>
        </p:cNvPr>
        <p:cNvGrpSpPr/>
        <p:nvPr/>
      </p:nvGrpSpPr>
      <p:grpSpPr>
        <a:xfrm>
          <a:off x="0" y="0"/>
          <a:ext cx="0" cy="0"/>
          <a:chOff x="0" y="0"/>
          <a:chExt cx="0" cy="0"/>
        </a:xfrm>
      </p:grpSpPr>
      <p:sp>
        <p:nvSpPr>
          <p:cNvPr id="227" name="Google Shape;227;p32">
            <a:extLst>
              <a:ext uri="{FF2B5EF4-FFF2-40B4-BE49-F238E27FC236}">
                <a16:creationId xmlns:a16="http://schemas.microsoft.com/office/drawing/2014/main" id="{C3FF5B59-AA9E-A85A-66BD-A911028A54AA}"/>
              </a:ext>
            </a:extLst>
          </p:cNvPr>
          <p:cNvSpPr txBox="1">
            <a:spLocks noGrp="1"/>
          </p:cNvSpPr>
          <p:nvPr>
            <p:ph type="title"/>
          </p:nvPr>
        </p:nvSpPr>
        <p:spPr>
          <a:xfrm>
            <a:off x="1524001" y="152400"/>
            <a:ext cx="9082087" cy="468312"/>
          </a:xfrm>
          <a:prstGeom prst="rect">
            <a:avLst/>
          </a:prstGeom>
          <a:noFill/>
          <a:ln>
            <a:noFill/>
          </a:ln>
        </p:spPr>
        <p:txBody>
          <a:bodyPr spcFirstLastPara="1" vert="horz" wrap="square" lIns="91425" tIns="45700" rIns="91425" bIns="45700" rtlCol="0" anchor="ctr" anchorCtr="0">
            <a:noAutofit/>
          </a:bodyPr>
          <a:lstStyle/>
          <a:p>
            <a:pPr>
              <a:lnSpc>
                <a:spcPct val="100000"/>
              </a:lnSpc>
              <a:spcBef>
                <a:spcPts val="0"/>
              </a:spcBef>
              <a:buClr>
                <a:schemeClr val="dk2"/>
              </a:buClr>
              <a:buSzPts val="3200"/>
            </a:pPr>
            <a:br>
              <a:rPr lang="en-US" sz="3200" b="1">
                <a:solidFill>
                  <a:schemeClr val="dk2"/>
                </a:solidFill>
                <a:latin typeface="Twentieth Century"/>
                <a:ea typeface="Twentieth Century"/>
                <a:cs typeface="Twentieth Century"/>
                <a:sym typeface="Twentieth Century"/>
              </a:rPr>
            </a:br>
            <a:r>
              <a:rPr lang="en-US" sz="3200" b="1">
                <a:solidFill>
                  <a:schemeClr val="dk2"/>
                </a:solidFill>
                <a:latin typeface="Cambria"/>
                <a:ea typeface="Cambria"/>
                <a:cs typeface="Cambria"/>
                <a:sym typeface="Cambria"/>
              </a:rPr>
              <a:t>Artificial Intelligence Based on Functionalities</a:t>
            </a:r>
            <a:br>
              <a:rPr lang="en-US" sz="4400" b="1">
                <a:solidFill>
                  <a:schemeClr val="dk2"/>
                </a:solidFill>
                <a:latin typeface="Twentieth Century"/>
                <a:ea typeface="Twentieth Century"/>
                <a:cs typeface="Twentieth Century"/>
                <a:sym typeface="Twentieth Century"/>
              </a:rPr>
            </a:br>
            <a:endParaRPr/>
          </a:p>
        </p:txBody>
      </p:sp>
      <p:sp>
        <p:nvSpPr>
          <p:cNvPr id="229" name="Google Shape;229;p32">
            <a:extLst>
              <a:ext uri="{FF2B5EF4-FFF2-40B4-BE49-F238E27FC236}">
                <a16:creationId xmlns:a16="http://schemas.microsoft.com/office/drawing/2014/main" id="{1F797AA2-0BC6-4DE7-C58B-4E03702F3E8E}"/>
              </a:ext>
            </a:extLst>
          </p:cNvPr>
          <p:cNvSpPr txBox="1">
            <a:spLocks noGrp="1"/>
          </p:cNvSpPr>
          <p:nvPr>
            <p:ph sz="half" idx="2"/>
          </p:nvPr>
        </p:nvSpPr>
        <p:spPr>
          <a:xfrm>
            <a:off x="968829" y="1545771"/>
            <a:ext cx="10461171" cy="4572000"/>
          </a:xfrm>
          <a:prstGeom prst="rect">
            <a:avLst/>
          </a:prstGeom>
          <a:noFill/>
          <a:ln>
            <a:noFill/>
          </a:ln>
        </p:spPr>
        <p:txBody>
          <a:bodyPr spcFirstLastPara="1" vert="horz" wrap="square" lIns="91425" tIns="45700" rIns="91425" bIns="45700" rtlCol="0" anchor="t" anchorCtr="0">
            <a:noAutofit/>
          </a:bodyPr>
          <a:lstStyle/>
          <a:p>
            <a:pPr marL="319087" indent="-319087" algn="just">
              <a:lnSpc>
                <a:spcPct val="100000"/>
              </a:lnSpc>
              <a:spcBef>
                <a:spcPts val="0"/>
              </a:spcBef>
              <a:buClr>
                <a:schemeClr val="accent2"/>
              </a:buClr>
              <a:buSzPts val="1200"/>
              <a:buFont typeface="Noto Sans Symbols"/>
              <a:buChar char="◻"/>
            </a:pPr>
            <a:r>
              <a:rPr lang="en-US" sz="2400" b="1" dirty="0">
                <a:solidFill>
                  <a:schemeClr val="dk1"/>
                </a:solidFill>
                <a:latin typeface="Cambria"/>
                <a:ea typeface="Cambria"/>
                <a:cs typeface="Cambria"/>
                <a:sym typeface="Cambria"/>
              </a:rPr>
              <a:t>Self-Aware AI</a:t>
            </a:r>
            <a:r>
              <a:rPr lang="en-US" sz="2400" dirty="0">
                <a:solidFill>
                  <a:schemeClr val="dk1"/>
                </a:solidFill>
                <a:latin typeface="Cambria"/>
                <a:ea typeface="Cambria"/>
                <a:cs typeface="Cambria"/>
                <a:sym typeface="Cambria"/>
              </a:rPr>
              <a:t> is an advanced stage of AI that possesses self-consciousness and awareness. This type of AI would have the ability to not only understand and react to emotions but also have its own consciousness, similar to human awareness.</a:t>
            </a:r>
            <a:endParaRPr lang="en-US" sz="2400" dirty="0"/>
          </a:p>
          <a:p>
            <a:pPr marL="319087" indent="-319087" algn="just">
              <a:lnSpc>
                <a:spcPct val="100000"/>
              </a:lnSpc>
              <a:spcBef>
                <a:spcPts val="700"/>
              </a:spcBef>
              <a:buClr>
                <a:schemeClr val="accent2"/>
              </a:buClr>
              <a:buSzPts val="1200"/>
              <a:buFont typeface="Noto Sans Symbols"/>
              <a:buChar char="◻"/>
            </a:pPr>
            <a:r>
              <a:rPr lang="en-US" sz="2400" dirty="0">
                <a:solidFill>
                  <a:schemeClr val="dk1"/>
                </a:solidFill>
                <a:latin typeface="Cambria"/>
                <a:ea typeface="Cambria"/>
                <a:cs typeface="Cambria"/>
                <a:sym typeface="Cambria"/>
              </a:rPr>
              <a:t>Fully autonomous systems that can make moral and ethical decisions.</a:t>
            </a:r>
            <a:endParaRPr lang="en-US" sz="2400" dirty="0"/>
          </a:p>
          <a:p>
            <a:pPr marL="319087" indent="-319087" algn="just">
              <a:lnSpc>
                <a:spcPct val="100000"/>
              </a:lnSpc>
              <a:spcBef>
                <a:spcPts val="700"/>
              </a:spcBef>
              <a:buClr>
                <a:schemeClr val="accent2"/>
              </a:buClr>
              <a:buSzPts val="1200"/>
              <a:buFont typeface="Noto Sans Symbols"/>
              <a:buChar char="◻"/>
            </a:pPr>
            <a:r>
              <a:rPr lang="en-US" sz="2400" dirty="0">
                <a:solidFill>
                  <a:schemeClr val="dk1"/>
                </a:solidFill>
                <a:latin typeface="Cambria"/>
                <a:ea typeface="Cambria"/>
                <a:cs typeface="Cambria"/>
                <a:sym typeface="Cambria"/>
              </a:rPr>
              <a:t>AI systems that can independently pursue goals based on their understanding of the world around them.</a:t>
            </a:r>
            <a:endParaRPr lang="en-US" sz="2400" dirty="0"/>
          </a:p>
          <a:p>
            <a:pPr marL="319088" indent="-242888">
              <a:spcBef>
                <a:spcPts val="700"/>
              </a:spcBef>
              <a:buClr>
                <a:schemeClr val="accent2"/>
              </a:buClr>
              <a:buSzPts val="1200"/>
              <a:buNone/>
            </a:pPr>
            <a:endParaRPr sz="2000" dirty="0">
              <a:solidFill>
                <a:schemeClr val="dk1"/>
              </a:solidFill>
              <a:latin typeface="Cambria"/>
              <a:ea typeface="Cambria"/>
              <a:cs typeface="Cambria"/>
              <a:sym typeface="Cambria"/>
            </a:endParaRPr>
          </a:p>
        </p:txBody>
      </p:sp>
    </p:spTree>
    <p:extLst>
      <p:ext uri="{BB962C8B-B14F-4D97-AF65-F5344CB8AC3E}">
        <p14:creationId xmlns:p14="http://schemas.microsoft.com/office/powerpoint/2010/main" val="2532283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34"/>
          <p:cNvSpPr txBox="1">
            <a:spLocks noGrp="1"/>
          </p:cNvSpPr>
          <p:nvPr>
            <p:ph type="title"/>
          </p:nvPr>
        </p:nvSpPr>
        <p:spPr>
          <a:xfrm>
            <a:off x="1554162" y="0"/>
            <a:ext cx="8153400" cy="609600"/>
          </a:xfrm>
          <a:prstGeom prst="rect">
            <a:avLst/>
          </a:prstGeom>
          <a:noFill/>
          <a:ln>
            <a:noFill/>
          </a:ln>
        </p:spPr>
        <p:txBody>
          <a:bodyPr spcFirstLastPara="1" vert="horz" wrap="square" lIns="91425" tIns="45700" rIns="91425" bIns="45700" rtlCol="0" anchor="ctr" anchorCtr="0">
            <a:noAutofit/>
          </a:bodyPr>
          <a:lstStyle/>
          <a:p>
            <a:pPr>
              <a:lnSpc>
                <a:spcPct val="100000"/>
              </a:lnSpc>
              <a:spcBef>
                <a:spcPts val="0"/>
              </a:spcBef>
              <a:buClr>
                <a:schemeClr val="dk2"/>
              </a:buClr>
              <a:buSzPts val="3200"/>
            </a:pPr>
            <a:r>
              <a:rPr lang="en-US" sz="3200" b="1">
                <a:solidFill>
                  <a:schemeClr val="dk2"/>
                </a:solidFill>
                <a:latin typeface="Cambria"/>
                <a:ea typeface="Cambria"/>
                <a:cs typeface="Cambria"/>
                <a:sym typeface="Cambria"/>
              </a:rPr>
              <a:t>Advantages of AI</a:t>
            </a:r>
            <a:endParaRPr/>
          </a:p>
        </p:txBody>
      </p:sp>
      <p:sp>
        <p:nvSpPr>
          <p:cNvPr id="241" name="Google Shape;241;p34"/>
          <p:cNvSpPr txBox="1">
            <a:spLocks noGrp="1"/>
          </p:cNvSpPr>
          <p:nvPr>
            <p:ph idx="1"/>
          </p:nvPr>
        </p:nvSpPr>
        <p:spPr>
          <a:xfrm>
            <a:off x="326571" y="609600"/>
            <a:ext cx="11549743" cy="6019800"/>
          </a:xfrm>
          <a:prstGeom prst="rect">
            <a:avLst/>
          </a:prstGeom>
          <a:noFill/>
          <a:ln>
            <a:noFill/>
          </a:ln>
        </p:spPr>
        <p:txBody>
          <a:bodyPr spcFirstLastPara="1" vert="horz" wrap="square" lIns="91425" tIns="45700" rIns="91425" bIns="45700" rtlCol="0" anchor="t" anchorCtr="0">
            <a:noAutofit/>
          </a:bodyPr>
          <a:lstStyle/>
          <a:p>
            <a:pPr marL="319087" indent="-319087">
              <a:lnSpc>
                <a:spcPct val="100000"/>
              </a:lnSpc>
              <a:spcBef>
                <a:spcPts val="0"/>
              </a:spcBef>
              <a:buClr>
                <a:schemeClr val="accent2"/>
              </a:buClr>
              <a:buSzPts val="1200"/>
              <a:buFont typeface="Noto Sans Symbols"/>
              <a:buChar char="❑"/>
            </a:pPr>
            <a:r>
              <a:rPr lang="en-US" sz="2000" b="1" dirty="0">
                <a:solidFill>
                  <a:schemeClr val="dk1"/>
                </a:solidFill>
                <a:latin typeface="Cambria"/>
                <a:ea typeface="Cambria"/>
                <a:cs typeface="Cambria"/>
                <a:sym typeface="Cambria"/>
              </a:rPr>
              <a:t>Reduction in Human Error</a:t>
            </a:r>
            <a:endParaRPr dirty="0"/>
          </a:p>
          <a:p>
            <a:pPr marL="319087" indent="-319087" algn="just">
              <a:lnSpc>
                <a:spcPct val="100000"/>
              </a:lnSpc>
              <a:spcBef>
                <a:spcPts val="700"/>
              </a:spcBef>
              <a:buClr>
                <a:schemeClr val="accent2"/>
              </a:buClr>
              <a:buSzPts val="1200"/>
              <a:buNone/>
            </a:pPr>
            <a:r>
              <a:rPr lang="en-US" sz="2000" dirty="0">
                <a:solidFill>
                  <a:schemeClr val="dk1"/>
                </a:solidFill>
                <a:latin typeface="Cambria"/>
                <a:ea typeface="Cambria"/>
                <a:cs typeface="Cambria"/>
                <a:sym typeface="Cambria"/>
              </a:rPr>
              <a:t>One of the most significant benefits of AI is its ability to </a:t>
            </a:r>
            <a:r>
              <a:rPr lang="en-US" sz="2000" b="1" dirty="0">
                <a:solidFill>
                  <a:schemeClr val="dk1"/>
                </a:solidFill>
                <a:latin typeface="Cambria"/>
                <a:ea typeface="Cambria"/>
                <a:cs typeface="Cambria"/>
                <a:sym typeface="Cambria"/>
              </a:rPr>
              <a:t>reduce errors and increase accuracy and precision</a:t>
            </a:r>
            <a:r>
              <a:rPr lang="en-US" sz="2000" dirty="0">
                <a:solidFill>
                  <a:schemeClr val="dk1"/>
                </a:solidFill>
                <a:latin typeface="Cambria"/>
                <a:ea typeface="Cambria"/>
                <a:cs typeface="Cambria"/>
                <a:sym typeface="Cambria"/>
              </a:rPr>
              <a:t>. AI systems make decisions based on previously gathered information and a set of algorithms, which minimizes the chances of errors. For example, robotic surgery systems can perform complex procedures with precision, reducing the risk of human error and improving patient safety.</a:t>
            </a:r>
            <a:endParaRPr dirty="0"/>
          </a:p>
          <a:p>
            <a:pPr marL="319087" indent="-319087" algn="just">
              <a:lnSpc>
                <a:spcPct val="100000"/>
              </a:lnSpc>
              <a:spcBef>
                <a:spcPts val="700"/>
              </a:spcBef>
              <a:buClr>
                <a:schemeClr val="accent2"/>
              </a:buClr>
              <a:buSzPts val="1200"/>
              <a:buFont typeface="Noto Sans Symbols"/>
              <a:buChar char="❑"/>
            </a:pPr>
            <a:r>
              <a:rPr lang="en-US" sz="2000" b="1" dirty="0">
                <a:solidFill>
                  <a:schemeClr val="dk1"/>
                </a:solidFill>
                <a:latin typeface="Cambria"/>
                <a:ea typeface="Cambria"/>
                <a:cs typeface="Cambria"/>
                <a:sym typeface="Cambria"/>
              </a:rPr>
              <a:t>Enhanced Decision-Making</a:t>
            </a:r>
            <a:endParaRPr dirty="0"/>
          </a:p>
          <a:p>
            <a:pPr marL="319087" indent="-319087" algn="just">
              <a:lnSpc>
                <a:spcPct val="100000"/>
              </a:lnSpc>
              <a:spcBef>
                <a:spcPts val="700"/>
              </a:spcBef>
              <a:buClr>
                <a:schemeClr val="accent2"/>
              </a:buClr>
              <a:buSzPts val="1200"/>
              <a:buNone/>
            </a:pPr>
            <a:r>
              <a:rPr lang="en-US" sz="2000" dirty="0">
                <a:solidFill>
                  <a:schemeClr val="dk1"/>
                </a:solidFill>
                <a:latin typeface="Cambria"/>
                <a:ea typeface="Cambria"/>
                <a:cs typeface="Cambria"/>
                <a:sym typeface="Cambria"/>
              </a:rPr>
              <a:t>AI enhances decision-making by analyzing vast amounts of data to identify patterns and trends that may not be apparent to human analysts. This capability allows businesses and individuals to make informed decisions quickly and accurately. For instance, AI algorithms can analyze medical images to detect early signs of conditions like cancer, aiding doctors in providing timely treatment.</a:t>
            </a:r>
            <a:endParaRPr dirty="0"/>
          </a:p>
          <a:p>
            <a:pPr marL="319087" indent="-319087" algn="just">
              <a:lnSpc>
                <a:spcPct val="100000"/>
              </a:lnSpc>
              <a:spcBef>
                <a:spcPts val="700"/>
              </a:spcBef>
              <a:buClr>
                <a:schemeClr val="accent2"/>
              </a:buClr>
              <a:buSzPts val="1200"/>
              <a:buFont typeface="Noto Sans Symbols"/>
              <a:buChar char="❑"/>
            </a:pPr>
            <a:r>
              <a:rPr lang="en-US" sz="2000" b="1" dirty="0">
                <a:solidFill>
                  <a:schemeClr val="dk1"/>
                </a:solidFill>
                <a:latin typeface="Cambria"/>
                <a:ea typeface="Cambria"/>
                <a:cs typeface="Cambria"/>
                <a:sym typeface="Cambria"/>
              </a:rPr>
              <a:t>Zero Risks</a:t>
            </a:r>
            <a:endParaRPr dirty="0"/>
          </a:p>
          <a:p>
            <a:pPr marL="319087" indent="-319087" algn="just">
              <a:lnSpc>
                <a:spcPct val="100000"/>
              </a:lnSpc>
              <a:spcBef>
                <a:spcPts val="700"/>
              </a:spcBef>
              <a:buClr>
                <a:schemeClr val="accent2"/>
              </a:buClr>
              <a:buSzPts val="1200"/>
              <a:buNone/>
            </a:pPr>
            <a:r>
              <a:rPr lang="en-US" sz="2000" dirty="0">
                <a:solidFill>
                  <a:schemeClr val="dk1"/>
                </a:solidFill>
                <a:latin typeface="Cambria"/>
                <a:ea typeface="Cambria"/>
                <a:cs typeface="Cambria"/>
                <a:sym typeface="Cambria"/>
              </a:rPr>
              <a:t>AI can perform tasks that are dangerous for humans, thereby eliminating risks. Whether defusing a bomb, exploring space, or diving into the deepest parts of the ocean, AI-powered robots can handle these tasks without risking human lives. For example, fully automated production lines in manufacturing facilities use robots to perform hazardous tasks, ensuring worker safety.</a:t>
            </a:r>
            <a:endParaRPr dirty="0"/>
          </a:p>
          <a:p>
            <a:pPr marL="319088" indent="-242888">
              <a:spcBef>
                <a:spcPts val="700"/>
              </a:spcBef>
              <a:buClr>
                <a:schemeClr val="accent2"/>
              </a:buClr>
              <a:buSzPts val="1200"/>
              <a:buNone/>
            </a:pPr>
            <a:endParaRPr sz="2000" dirty="0">
              <a:solidFill>
                <a:schemeClr val="dk1"/>
              </a:solidFill>
              <a:latin typeface="Cambria"/>
              <a:ea typeface="Cambria"/>
              <a:cs typeface="Cambria"/>
              <a:sym typeface="Cambri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35"/>
          <p:cNvSpPr txBox="1">
            <a:spLocks noGrp="1"/>
          </p:cNvSpPr>
          <p:nvPr>
            <p:ph idx="1"/>
          </p:nvPr>
        </p:nvSpPr>
        <p:spPr>
          <a:xfrm>
            <a:off x="544286" y="152400"/>
            <a:ext cx="11190514" cy="6705600"/>
          </a:xfrm>
          <a:prstGeom prst="rect">
            <a:avLst/>
          </a:prstGeom>
          <a:noFill/>
          <a:ln>
            <a:noFill/>
          </a:ln>
        </p:spPr>
        <p:txBody>
          <a:bodyPr spcFirstLastPara="1" vert="horz" wrap="square" lIns="91425" tIns="45700" rIns="91425" bIns="45700" rtlCol="0" anchor="t" anchorCtr="0">
            <a:noAutofit/>
          </a:bodyPr>
          <a:lstStyle/>
          <a:p>
            <a:pPr marL="319087" indent="-319087" algn="just">
              <a:lnSpc>
                <a:spcPct val="100000"/>
              </a:lnSpc>
              <a:spcBef>
                <a:spcPts val="0"/>
              </a:spcBef>
              <a:buClr>
                <a:schemeClr val="accent2"/>
              </a:buClr>
              <a:buSzPts val="1200"/>
              <a:buFont typeface="Noto Sans Symbols"/>
              <a:buChar char="❑"/>
            </a:pPr>
            <a:r>
              <a:rPr lang="en-US" sz="2000" b="1" dirty="0">
                <a:solidFill>
                  <a:schemeClr val="dk1"/>
                </a:solidFill>
                <a:latin typeface="Cambria"/>
                <a:ea typeface="Cambria"/>
                <a:cs typeface="Cambria"/>
                <a:sym typeface="Cambria"/>
              </a:rPr>
              <a:t>24x7 Availability</a:t>
            </a:r>
            <a:endParaRPr dirty="0"/>
          </a:p>
          <a:p>
            <a:pPr marL="319087" indent="-319087" algn="just">
              <a:lnSpc>
                <a:spcPct val="100000"/>
              </a:lnSpc>
              <a:spcBef>
                <a:spcPts val="700"/>
              </a:spcBef>
              <a:buClr>
                <a:schemeClr val="accent2"/>
              </a:buClr>
              <a:buSzPts val="1200"/>
              <a:buNone/>
            </a:pPr>
            <a:r>
              <a:rPr lang="en-US" sz="2000" dirty="0">
                <a:solidFill>
                  <a:schemeClr val="dk1"/>
                </a:solidFill>
                <a:latin typeface="Cambria"/>
                <a:ea typeface="Cambria"/>
                <a:cs typeface="Cambria"/>
                <a:sym typeface="Cambria"/>
              </a:rPr>
              <a:t>Unlike humans, AI systems can work continuously without breaks. They can handle tedious and repetitive tasks efficiently, providing consistent performance. For example, online customer support chatbots can provide instant assistance to customers at any time, ensuring seamless customer service around the clock</a:t>
            </a:r>
            <a:endParaRPr dirty="0"/>
          </a:p>
          <a:p>
            <a:pPr marL="319087" indent="-319087" algn="just">
              <a:lnSpc>
                <a:spcPct val="100000"/>
              </a:lnSpc>
              <a:spcBef>
                <a:spcPts val="700"/>
              </a:spcBef>
              <a:buClr>
                <a:schemeClr val="accent2"/>
              </a:buClr>
              <a:buSzPts val="1200"/>
              <a:buFont typeface="Noto Sans Symbols"/>
              <a:buChar char="❑"/>
            </a:pPr>
            <a:r>
              <a:rPr lang="en-US" sz="2000" b="1" dirty="0">
                <a:solidFill>
                  <a:schemeClr val="dk1"/>
                </a:solidFill>
                <a:latin typeface="Cambria"/>
                <a:ea typeface="Cambria"/>
                <a:cs typeface="Cambria"/>
                <a:sym typeface="Cambria"/>
              </a:rPr>
              <a:t>Digital Assistance</a:t>
            </a:r>
            <a:endParaRPr dirty="0"/>
          </a:p>
          <a:p>
            <a:pPr marL="319087" indent="-319087" algn="just">
              <a:lnSpc>
                <a:spcPct val="100000"/>
              </a:lnSpc>
              <a:spcBef>
                <a:spcPts val="700"/>
              </a:spcBef>
              <a:buClr>
                <a:schemeClr val="accent2"/>
              </a:buClr>
              <a:buSzPts val="1200"/>
              <a:buNone/>
            </a:pPr>
            <a:r>
              <a:rPr lang="en-US" sz="2000" dirty="0">
                <a:solidFill>
                  <a:schemeClr val="dk1"/>
                </a:solidFill>
                <a:latin typeface="Cambria"/>
                <a:ea typeface="Cambria"/>
                <a:cs typeface="Cambria"/>
                <a:sym typeface="Cambria"/>
              </a:rPr>
              <a:t>AI-powered digital assistants interact with users, reducing the need for human personnel. These assistants can deliver content based on user requests and provide conversational searches. For instance, businesses use chatbots to answer customer queries, enhancing customer service and reducing operational costs.</a:t>
            </a:r>
            <a:endParaRPr dirty="0"/>
          </a:p>
          <a:p>
            <a:pPr marL="319087" indent="-319087" algn="just">
              <a:lnSpc>
                <a:spcPct val="100000"/>
              </a:lnSpc>
              <a:spcBef>
                <a:spcPts val="700"/>
              </a:spcBef>
              <a:buClr>
                <a:schemeClr val="accent2"/>
              </a:buClr>
              <a:buSzPts val="1200"/>
              <a:buFont typeface="Noto Sans Symbols"/>
              <a:buChar char="❑"/>
            </a:pPr>
            <a:r>
              <a:rPr lang="en-US" sz="2000" b="1" dirty="0">
                <a:solidFill>
                  <a:schemeClr val="dk1"/>
                </a:solidFill>
                <a:latin typeface="Cambria"/>
                <a:ea typeface="Cambria"/>
                <a:cs typeface="Cambria"/>
                <a:sym typeface="Cambria"/>
              </a:rPr>
              <a:t>Automation</a:t>
            </a:r>
            <a:endParaRPr dirty="0"/>
          </a:p>
          <a:p>
            <a:pPr marL="319087" indent="-319087" algn="just">
              <a:lnSpc>
                <a:spcPct val="100000"/>
              </a:lnSpc>
              <a:spcBef>
                <a:spcPts val="700"/>
              </a:spcBef>
              <a:buClr>
                <a:schemeClr val="accent2"/>
              </a:buClr>
              <a:buSzPts val="1200"/>
              <a:buNone/>
            </a:pPr>
            <a:r>
              <a:rPr lang="en-US" sz="2000" dirty="0">
                <a:solidFill>
                  <a:schemeClr val="dk1"/>
                </a:solidFill>
                <a:latin typeface="Cambria"/>
                <a:ea typeface="Cambria"/>
                <a:cs typeface="Cambria"/>
                <a:sym typeface="Cambria"/>
              </a:rPr>
              <a:t>AI can automate repetitive tasks, allowing humans to focus on more creative and strategic activities. For example, robots in manufacturing assembly lines handle tasks such as welding and painting with high accuracy and speed, improving efficiency and reducing costs.</a:t>
            </a:r>
            <a:endParaRPr dirty="0"/>
          </a:p>
          <a:p>
            <a:pPr marL="319087" indent="-319087" algn="just">
              <a:lnSpc>
                <a:spcPct val="100000"/>
              </a:lnSpc>
              <a:spcBef>
                <a:spcPts val="700"/>
              </a:spcBef>
              <a:buClr>
                <a:schemeClr val="accent2"/>
              </a:buClr>
              <a:buSzPts val="1200"/>
              <a:buFont typeface="Noto Sans Symbols"/>
              <a:buChar char="❑"/>
            </a:pPr>
            <a:r>
              <a:rPr lang="en-US" sz="2000" b="1" dirty="0">
                <a:solidFill>
                  <a:schemeClr val="dk1"/>
                </a:solidFill>
                <a:latin typeface="Cambria"/>
                <a:ea typeface="Cambria"/>
                <a:cs typeface="Cambria"/>
                <a:sym typeface="Cambria"/>
              </a:rPr>
              <a:t>Enhanced Safety and Fraud Detection</a:t>
            </a:r>
            <a:endParaRPr dirty="0"/>
          </a:p>
          <a:p>
            <a:pPr marL="319087" indent="-319087" algn="just">
              <a:lnSpc>
                <a:spcPct val="100000"/>
              </a:lnSpc>
              <a:spcBef>
                <a:spcPts val="700"/>
              </a:spcBef>
              <a:buClr>
                <a:schemeClr val="accent2"/>
              </a:buClr>
              <a:buSzPts val="1200"/>
              <a:buNone/>
            </a:pPr>
            <a:r>
              <a:rPr lang="en-US" sz="2000" dirty="0">
                <a:solidFill>
                  <a:schemeClr val="dk1"/>
                </a:solidFill>
                <a:latin typeface="Cambria"/>
                <a:ea typeface="Cambria"/>
                <a:cs typeface="Cambria"/>
                <a:sym typeface="Cambria"/>
              </a:rPr>
              <a:t>AI enhances safety and fraud detection by analyzing transaction patterns and identifying anomalies that may indicate fraudulent activities. For example, AI systems in the financial industry detect credit card fraud by analyzing millions of transactions and flagging suspicious activities.</a:t>
            </a:r>
            <a:endParaRPr dirty="0"/>
          </a:p>
          <a:p>
            <a:pPr marL="319087" indent="-319087">
              <a:lnSpc>
                <a:spcPct val="100000"/>
              </a:lnSpc>
              <a:spcBef>
                <a:spcPts val="700"/>
              </a:spcBef>
              <a:buClr>
                <a:schemeClr val="accent2"/>
              </a:buClr>
              <a:buSzPts val="1200"/>
              <a:buNone/>
            </a:pPr>
            <a:br>
              <a:rPr lang="en-US" sz="2000" baseline="30000" dirty="0">
                <a:solidFill>
                  <a:schemeClr val="dk1"/>
                </a:solidFill>
                <a:latin typeface="Cambria"/>
                <a:ea typeface="Cambria"/>
                <a:cs typeface="Cambria"/>
                <a:sym typeface="Cambria"/>
              </a:rPr>
            </a:br>
            <a:endParaRPr dirty="0"/>
          </a:p>
          <a:p>
            <a:pPr marL="319087" indent="-319087">
              <a:lnSpc>
                <a:spcPct val="100000"/>
              </a:lnSpc>
              <a:spcBef>
                <a:spcPts val="700"/>
              </a:spcBef>
              <a:buClr>
                <a:schemeClr val="accent2"/>
              </a:buClr>
              <a:buSzPts val="1200"/>
              <a:buNone/>
            </a:pPr>
            <a:endParaRPr sz="2000" dirty="0">
              <a:solidFill>
                <a:schemeClr val="dk1"/>
              </a:solidFill>
              <a:latin typeface="Cambria"/>
              <a:ea typeface="Cambria"/>
              <a:cs typeface="Cambria"/>
              <a:sym typeface="Cambria"/>
            </a:endParaRPr>
          </a:p>
          <a:p>
            <a:pPr marL="319088" indent="-242888">
              <a:spcBef>
                <a:spcPts val="700"/>
              </a:spcBef>
              <a:buClr>
                <a:schemeClr val="accent2"/>
              </a:buClr>
              <a:buSzPts val="1200"/>
              <a:buNone/>
            </a:pPr>
            <a:endParaRPr sz="2000" dirty="0">
              <a:solidFill>
                <a:schemeClr val="dk1"/>
              </a:solidFill>
              <a:latin typeface="Cambria"/>
              <a:ea typeface="Cambria"/>
              <a:cs typeface="Cambria"/>
              <a:sym typeface="Cambri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36"/>
          <p:cNvSpPr txBox="1">
            <a:spLocks noGrp="1"/>
          </p:cNvSpPr>
          <p:nvPr>
            <p:ph type="title"/>
          </p:nvPr>
        </p:nvSpPr>
        <p:spPr>
          <a:xfrm>
            <a:off x="1539875" y="0"/>
            <a:ext cx="8153400" cy="609600"/>
          </a:xfrm>
          <a:prstGeom prst="rect">
            <a:avLst/>
          </a:prstGeom>
          <a:noFill/>
          <a:ln>
            <a:noFill/>
          </a:ln>
        </p:spPr>
        <p:txBody>
          <a:bodyPr spcFirstLastPara="1" vert="horz" wrap="square" lIns="91425" tIns="45700" rIns="91425" bIns="45700" rtlCol="0" anchor="ctr" anchorCtr="0">
            <a:noAutofit/>
          </a:bodyPr>
          <a:lstStyle/>
          <a:p>
            <a:pPr>
              <a:lnSpc>
                <a:spcPct val="100000"/>
              </a:lnSpc>
              <a:spcBef>
                <a:spcPts val="0"/>
              </a:spcBef>
              <a:buClr>
                <a:schemeClr val="dk2"/>
              </a:buClr>
              <a:buSzPts val="3200"/>
            </a:pPr>
            <a:r>
              <a:rPr lang="en-US" sz="3200" b="1">
                <a:solidFill>
                  <a:schemeClr val="dk2"/>
                </a:solidFill>
                <a:latin typeface="Cambria"/>
                <a:ea typeface="Cambria"/>
                <a:cs typeface="Cambria"/>
                <a:sym typeface="Cambria"/>
              </a:rPr>
              <a:t>Defining Artificial Intelligence</a:t>
            </a:r>
            <a:endParaRPr/>
          </a:p>
        </p:txBody>
      </p:sp>
      <p:sp>
        <p:nvSpPr>
          <p:cNvPr id="252" name="Google Shape;252;p36"/>
          <p:cNvSpPr txBox="1">
            <a:spLocks noGrp="1"/>
          </p:cNvSpPr>
          <p:nvPr>
            <p:ph idx="1"/>
          </p:nvPr>
        </p:nvSpPr>
        <p:spPr>
          <a:xfrm>
            <a:off x="620486" y="1524000"/>
            <a:ext cx="11255828" cy="5029200"/>
          </a:xfrm>
          <a:prstGeom prst="rect">
            <a:avLst/>
          </a:prstGeom>
          <a:noFill/>
          <a:ln>
            <a:noFill/>
          </a:ln>
        </p:spPr>
        <p:txBody>
          <a:bodyPr spcFirstLastPara="1" vert="horz" wrap="square" lIns="91425" tIns="45700" rIns="91425" bIns="45700" rtlCol="0" anchor="t" anchorCtr="0">
            <a:noAutofit/>
          </a:bodyPr>
          <a:lstStyle/>
          <a:p>
            <a:pPr marL="319087" indent="-319087" algn="just">
              <a:lnSpc>
                <a:spcPct val="100000"/>
              </a:lnSpc>
              <a:spcBef>
                <a:spcPts val="0"/>
              </a:spcBef>
              <a:buClr>
                <a:schemeClr val="accent2"/>
              </a:buClr>
              <a:buSzPts val="1200"/>
              <a:buFont typeface="Noto Sans Symbols"/>
              <a:buChar char="◻"/>
            </a:pPr>
            <a:r>
              <a:rPr lang="en-US" sz="2000" dirty="0">
                <a:solidFill>
                  <a:schemeClr val="dk1"/>
                </a:solidFill>
                <a:latin typeface="Twentieth Century"/>
                <a:ea typeface="Twentieth Century"/>
                <a:cs typeface="Twentieth Century"/>
                <a:sym typeface="Twentieth Century"/>
              </a:rPr>
              <a:t>“</a:t>
            </a:r>
            <a:r>
              <a:rPr lang="en-US" sz="2000" dirty="0">
                <a:solidFill>
                  <a:schemeClr val="dk1"/>
                </a:solidFill>
                <a:latin typeface="Cambria"/>
                <a:ea typeface="Cambria"/>
                <a:cs typeface="Cambria"/>
                <a:sym typeface="Cambria"/>
              </a:rPr>
              <a:t>AI is the study of how to make computers do things which, at the moment, people do better.” (Rich)</a:t>
            </a:r>
            <a:endParaRPr dirty="0"/>
          </a:p>
          <a:p>
            <a:pPr marL="319087" indent="-242887" algn="just">
              <a:lnSpc>
                <a:spcPct val="100000"/>
              </a:lnSpc>
              <a:spcBef>
                <a:spcPts val="700"/>
              </a:spcBef>
              <a:buClr>
                <a:schemeClr val="accent2"/>
              </a:buClr>
              <a:buSzPts val="1200"/>
              <a:buNone/>
            </a:pPr>
            <a:endParaRPr sz="2000" dirty="0">
              <a:solidFill>
                <a:schemeClr val="dk1"/>
              </a:solidFill>
              <a:latin typeface="Cambria"/>
              <a:ea typeface="Cambria"/>
              <a:cs typeface="Cambria"/>
              <a:sym typeface="Cambria"/>
            </a:endParaRPr>
          </a:p>
          <a:p>
            <a:pPr marL="319087" indent="-319087" algn="just">
              <a:lnSpc>
                <a:spcPct val="100000"/>
              </a:lnSpc>
              <a:spcBef>
                <a:spcPts val="700"/>
              </a:spcBef>
              <a:buClr>
                <a:schemeClr val="accent2"/>
              </a:buClr>
              <a:buSzPts val="1200"/>
              <a:buFont typeface="Noto Sans Symbols"/>
              <a:buChar char="◻"/>
            </a:pPr>
            <a:r>
              <a:rPr lang="en-US" sz="2000" dirty="0">
                <a:solidFill>
                  <a:schemeClr val="dk1"/>
                </a:solidFill>
                <a:latin typeface="Cambria"/>
                <a:ea typeface="Cambria"/>
                <a:cs typeface="Cambria"/>
                <a:sym typeface="Cambria"/>
              </a:rPr>
              <a:t>“AI is the part of computer science concerned with designing intelligent computer systems, that is, systems that exhibit characteristics we associate with intelligent human behavior.</a:t>
            </a:r>
            <a:endParaRPr dirty="0"/>
          </a:p>
          <a:p>
            <a:pPr marL="639762" lvl="1" indent="-273049" algn="just">
              <a:lnSpc>
                <a:spcPct val="110000"/>
              </a:lnSpc>
              <a:spcBef>
                <a:spcPts val="500"/>
              </a:spcBef>
              <a:buClr>
                <a:schemeClr val="accent1"/>
              </a:buClr>
              <a:buSzPts val="1400"/>
              <a:buFont typeface="Noto Sans Symbols"/>
              <a:buChar char="🞑"/>
            </a:pPr>
            <a:r>
              <a:rPr lang="en-US" sz="2000" dirty="0">
                <a:solidFill>
                  <a:schemeClr val="dk1"/>
                </a:solidFill>
                <a:latin typeface="Cambria"/>
                <a:ea typeface="Cambria"/>
                <a:cs typeface="Cambria"/>
                <a:sym typeface="Cambria"/>
              </a:rPr>
              <a:t>understanding language, reasoning, solving problems, and so on.” (Barr)</a:t>
            </a:r>
            <a:endParaRPr dirty="0"/>
          </a:p>
          <a:p>
            <a:pPr marL="639762" lvl="1" indent="-184149" algn="just">
              <a:lnSpc>
                <a:spcPct val="110000"/>
              </a:lnSpc>
              <a:spcBef>
                <a:spcPts val="500"/>
              </a:spcBef>
              <a:buClr>
                <a:schemeClr val="accent1"/>
              </a:buClr>
              <a:buSzPts val="1400"/>
              <a:buNone/>
            </a:pPr>
            <a:endParaRPr sz="2000" dirty="0">
              <a:solidFill>
                <a:schemeClr val="dk1"/>
              </a:solidFill>
              <a:latin typeface="Cambria"/>
              <a:ea typeface="Cambria"/>
              <a:cs typeface="Cambria"/>
              <a:sym typeface="Cambria"/>
            </a:endParaRPr>
          </a:p>
          <a:p>
            <a:pPr marL="319087" indent="-319087" algn="just">
              <a:lnSpc>
                <a:spcPct val="100000"/>
              </a:lnSpc>
              <a:spcBef>
                <a:spcPts val="700"/>
              </a:spcBef>
              <a:buClr>
                <a:schemeClr val="accent2"/>
              </a:buClr>
              <a:buSzPts val="1200"/>
              <a:buFont typeface="Noto Sans Symbols"/>
              <a:buChar char="◻"/>
            </a:pPr>
            <a:r>
              <a:rPr lang="en-US" sz="2000" dirty="0">
                <a:solidFill>
                  <a:schemeClr val="dk1"/>
                </a:solidFill>
                <a:latin typeface="Cambria"/>
                <a:ea typeface="Cambria"/>
                <a:cs typeface="Cambria"/>
                <a:sym typeface="Cambria"/>
              </a:rPr>
              <a:t>“AI is the study of ideas which enable computers to do things which make people seem intelligent.” (Winston)</a:t>
            </a:r>
            <a:endParaRPr dirty="0"/>
          </a:p>
          <a:p>
            <a:pPr marL="319087" indent="-242887" algn="just">
              <a:lnSpc>
                <a:spcPct val="100000"/>
              </a:lnSpc>
              <a:spcBef>
                <a:spcPts val="700"/>
              </a:spcBef>
              <a:buClr>
                <a:schemeClr val="accent2"/>
              </a:buClr>
              <a:buSzPts val="1200"/>
              <a:buNone/>
            </a:pPr>
            <a:endParaRPr sz="2000" dirty="0">
              <a:solidFill>
                <a:schemeClr val="dk1"/>
              </a:solidFill>
              <a:latin typeface="Cambria"/>
              <a:ea typeface="Cambria"/>
              <a:cs typeface="Cambria"/>
              <a:sym typeface="Cambria"/>
            </a:endParaRPr>
          </a:p>
          <a:p>
            <a:pPr marL="319087" indent="-319087" algn="just">
              <a:lnSpc>
                <a:spcPct val="100000"/>
              </a:lnSpc>
              <a:spcBef>
                <a:spcPts val="700"/>
              </a:spcBef>
              <a:buClr>
                <a:schemeClr val="accent2"/>
              </a:buClr>
              <a:buSzPts val="1200"/>
              <a:buFont typeface="Noto Sans Symbols"/>
              <a:buChar char="◻"/>
            </a:pPr>
            <a:r>
              <a:rPr lang="en-US" sz="2000" dirty="0">
                <a:solidFill>
                  <a:schemeClr val="dk1"/>
                </a:solidFill>
                <a:latin typeface="Cambria"/>
                <a:ea typeface="Cambria"/>
                <a:cs typeface="Cambria"/>
                <a:sym typeface="Cambria"/>
              </a:rPr>
              <a:t>AI is the study of intelligence using the ideas and methods of computation.” (Fahlman)</a:t>
            </a:r>
            <a:endParaRPr dirty="0"/>
          </a:p>
          <a:p>
            <a:pPr marL="319088" indent="-242888">
              <a:spcBef>
                <a:spcPts val="700"/>
              </a:spcBef>
              <a:buClr>
                <a:schemeClr val="accent2"/>
              </a:buClr>
              <a:buSzPts val="1200"/>
              <a:buNone/>
            </a:pPr>
            <a:endParaRPr sz="2000" dirty="0">
              <a:solidFill>
                <a:schemeClr val="dk1"/>
              </a:solidFill>
              <a:latin typeface="Cambria"/>
              <a:ea typeface="Cambria"/>
              <a:cs typeface="Cambria"/>
              <a:sym typeface="Cambri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8" name="Google Shape;258;p37"/>
          <p:cNvSpPr txBox="1">
            <a:spLocks noGrp="1"/>
          </p:cNvSpPr>
          <p:nvPr>
            <p:ph type="title"/>
          </p:nvPr>
        </p:nvSpPr>
        <p:spPr>
          <a:prstGeom prst="rect">
            <a:avLst/>
          </a:prstGeom>
          <a:noFill/>
          <a:ln>
            <a:noFill/>
          </a:ln>
        </p:spPr>
        <p:txBody>
          <a:bodyPr spcFirstLastPara="1" vert="horz" wrap="square" lIns="91425" tIns="45700" rIns="91425" bIns="45700" rtlCol="0" anchor="ctr" anchorCtr="0">
            <a:noAutofit/>
          </a:bodyPr>
          <a:lstStyle/>
          <a:p>
            <a:pPr>
              <a:lnSpc>
                <a:spcPct val="100000"/>
              </a:lnSpc>
              <a:spcBef>
                <a:spcPts val="0"/>
              </a:spcBef>
              <a:buClr>
                <a:schemeClr val="dk2"/>
              </a:buClr>
              <a:buSzPts val="4400"/>
            </a:pPr>
            <a:r>
              <a:rPr lang="en-US" sz="4400">
                <a:solidFill>
                  <a:schemeClr val="dk2"/>
                </a:solidFill>
                <a:latin typeface="Twentieth Century"/>
                <a:ea typeface="Twentieth Century"/>
                <a:cs typeface="Twentieth Century"/>
                <a:sym typeface="Twentieth Century"/>
              </a:rPr>
              <a:t>Defining Artificial Intelligence</a:t>
            </a:r>
            <a:endParaRPr/>
          </a:p>
        </p:txBody>
      </p:sp>
      <p:sp>
        <p:nvSpPr>
          <p:cNvPr id="257" name="Google Shape;257;p37"/>
          <p:cNvSpPr txBox="1">
            <a:spLocks noGrp="1"/>
          </p:cNvSpPr>
          <p:nvPr>
            <p:ph idx="1"/>
          </p:nvPr>
        </p:nvSpPr>
        <p:spPr>
          <a:prstGeom prst="rect">
            <a:avLst/>
          </a:prstGeom>
          <a:noFill/>
          <a:ln>
            <a:noFill/>
          </a:ln>
        </p:spPr>
        <p:txBody>
          <a:bodyPr spcFirstLastPara="1" vert="horz" wrap="square" lIns="91425" tIns="45700" rIns="91425" bIns="45700" rtlCol="0" anchor="t" anchorCtr="0">
            <a:noAutofit/>
          </a:bodyPr>
          <a:lstStyle/>
          <a:p>
            <a:pPr marL="319087" indent="-319087">
              <a:lnSpc>
                <a:spcPct val="110000"/>
              </a:lnSpc>
              <a:spcBef>
                <a:spcPts val="0"/>
              </a:spcBef>
              <a:buClr>
                <a:schemeClr val="accent2"/>
              </a:buClr>
              <a:buSzPts val="1200"/>
              <a:buFont typeface="Noto Sans Symbols"/>
              <a:buChar char="◻"/>
            </a:pPr>
            <a:r>
              <a:rPr lang="en-US" sz="2000" dirty="0">
                <a:solidFill>
                  <a:schemeClr val="dk1"/>
                </a:solidFill>
                <a:latin typeface="Twentieth Century"/>
                <a:ea typeface="Twentieth Century"/>
                <a:cs typeface="Twentieth Century"/>
                <a:sym typeface="Twentieth Century"/>
              </a:rPr>
              <a:t>“A bridge between art and science” (McCorduck)</a:t>
            </a:r>
            <a:endParaRPr dirty="0"/>
          </a:p>
          <a:p>
            <a:pPr marL="319087" indent="-242887">
              <a:lnSpc>
                <a:spcPct val="110000"/>
              </a:lnSpc>
              <a:spcBef>
                <a:spcPts val="700"/>
              </a:spcBef>
              <a:buClr>
                <a:schemeClr val="accent2"/>
              </a:buClr>
              <a:buSzPts val="1200"/>
              <a:buNone/>
            </a:pPr>
            <a:endParaRPr sz="2000" dirty="0">
              <a:solidFill>
                <a:schemeClr val="dk1"/>
              </a:solidFill>
              <a:latin typeface="Twentieth Century"/>
              <a:ea typeface="Twentieth Century"/>
              <a:cs typeface="Twentieth Century"/>
              <a:sym typeface="Twentieth Century"/>
            </a:endParaRPr>
          </a:p>
          <a:p>
            <a:pPr marL="319087" indent="-319087">
              <a:lnSpc>
                <a:spcPct val="110000"/>
              </a:lnSpc>
              <a:spcBef>
                <a:spcPts val="700"/>
              </a:spcBef>
              <a:buClr>
                <a:schemeClr val="accent2"/>
              </a:buClr>
              <a:buSzPts val="1200"/>
              <a:buFont typeface="Noto Sans Symbols"/>
              <a:buChar char="◻"/>
            </a:pPr>
            <a:r>
              <a:rPr lang="en-US" sz="2000" dirty="0">
                <a:solidFill>
                  <a:schemeClr val="dk1"/>
                </a:solidFill>
                <a:latin typeface="Twentieth Century"/>
                <a:ea typeface="Twentieth Century"/>
                <a:cs typeface="Twentieth Century"/>
                <a:sym typeface="Twentieth Century"/>
              </a:rPr>
              <a:t>“Tesler’s Theorem: AI is whatever hasn’t been done yet.” (Hofstadter)</a:t>
            </a:r>
            <a:endParaRPr dirty="0"/>
          </a:p>
          <a:p>
            <a:pPr marL="319087" indent="-242887">
              <a:lnSpc>
                <a:spcPct val="110000"/>
              </a:lnSpc>
              <a:spcBef>
                <a:spcPts val="700"/>
              </a:spcBef>
              <a:buClr>
                <a:schemeClr val="accent2"/>
              </a:buClr>
              <a:buSzPts val="1200"/>
              <a:buNone/>
            </a:pPr>
            <a:endParaRPr sz="2000" dirty="0">
              <a:solidFill>
                <a:schemeClr val="dk1"/>
              </a:solidFill>
              <a:latin typeface="Twentieth Century"/>
              <a:ea typeface="Twentieth Century"/>
              <a:cs typeface="Twentieth Century"/>
              <a:sym typeface="Twentieth Century"/>
            </a:endParaRPr>
          </a:p>
          <a:p>
            <a:pPr marL="319087" indent="-319087">
              <a:lnSpc>
                <a:spcPct val="110000"/>
              </a:lnSpc>
              <a:spcBef>
                <a:spcPts val="700"/>
              </a:spcBef>
              <a:buClr>
                <a:schemeClr val="accent2"/>
              </a:buClr>
              <a:buSzPts val="1200"/>
              <a:buFont typeface="Noto Sans Symbols"/>
              <a:buChar char="◻"/>
            </a:pPr>
            <a:r>
              <a:rPr lang="en-US" sz="2000" dirty="0">
                <a:solidFill>
                  <a:schemeClr val="dk1"/>
                </a:solidFill>
                <a:latin typeface="Twentieth Century"/>
                <a:ea typeface="Twentieth Century"/>
                <a:cs typeface="Twentieth Century"/>
                <a:sym typeface="Twentieth Century"/>
              </a:rPr>
              <a:t>“AI is a field of science and engineering concerned with the computational understanding of what is commonly called intelligent behavior, and with the creation of artifacts that exhibit such behavior.” (Shapiro)</a:t>
            </a:r>
            <a:endParaRPr dirty="0"/>
          </a:p>
          <a:p>
            <a:pPr marL="319088" indent="-242888">
              <a:spcBef>
                <a:spcPts val="700"/>
              </a:spcBef>
              <a:buClr>
                <a:schemeClr val="accent2"/>
              </a:buClr>
              <a:buSzPts val="1200"/>
              <a:buNone/>
            </a:pPr>
            <a:endParaRPr sz="2000" dirty="0">
              <a:solidFill>
                <a:schemeClr val="dk1"/>
              </a:solidFill>
              <a:latin typeface="Twentieth Century"/>
              <a:ea typeface="Twentieth Century"/>
              <a:cs typeface="Twentieth Century"/>
              <a:sym typeface="Twentieth Century"/>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38"/>
          <p:cNvSpPr txBox="1">
            <a:spLocks noGrp="1"/>
          </p:cNvSpPr>
          <p:nvPr>
            <p:ph type="title"/>
          </p:nvPr>
        </p:nvSpPr>
        <p:spPr>
          <a:prstGeom prst="rect">
            <a:avLst/>
          </a:prstGeom>
          <a:noFill/>
          <a:ln>
            <a:noFill/>
          </a:ln>
        </p:spPr>
        <p:txBody>
          <a:bodyPr spcFirstLastPara="1" vert="horz" wrap="square" lIns="91425" tIns="45700" rIns="91425" bIns="45700" rtlCol="0" anchor="ctr" anchorCtr="0">
            <a:noAutofit/>
          </a:bodyPr>
          <a:lstStyle/>
          <a:p>
            <a:pPr>
              <a:lnSpc>
                <a:spcPct val="100000"/>
              </a:lnSpc>
              <a:spcBef>
                <a:spcPts val="0"/>
              </a:spcBef>
              <a:buClr>
                <a:schemeClr val="dk2"/>
              </a:buClr>
              <a:buSzPts val="4400"/>
            </a:pPr>
            <a:r>
              <a:rPr lang="en-US" sz="4400">
                <a:solidFill>
                  <a:schemeClr val="dk2"/>
                </a:solidFill>
                <a:latin typeface="Twentieth Century"/>
                <a:ea typeface="Twentieth Century"/>
                <a:cs typeface="Twentieth Century"/>
                <a:sym typeface="Twentieth Century"/>
              </a:rPr>
              <a:t>An Attempted Definition</a:t>
            </a:r>
            <a:endParaRPr/>
          </a:p>
        </p:txBody>
      </p:sp>
      <p:sp>
        <p:nvSpPr>
          <p:cNvPr id="264" name="Google Shape;264;p38"/>
          <p:cNvSpPr txBox="1">
            <a:spLocks noGrp="1"/>
          </p:cNvSpPr>
          <p:nvPr>
            <p:ph idx="1"/>
          </p:nvPr>
        </p:nvSpPr>
        <p:spPr>
          <a:xfrm>
            <a:off x="1001486" y="1600200"/>
            <a:ext cx="10352314" cy="4648200"/>
          </a:xfrm>
          <a:prstGeom prst="rect">
            <a:avLst/>
          </a:prstGeom>
          <a:noFill/>
          <a:ln>
            <a:noFill/>
          </a:ln>
        </p:spPr>
        <p:txBody>
          <a:bodyPr spcFirstLastPara="1" vert="horz" wrap="square" lIns="91425" tIns="45700" rIns="91425" bIns="45700" rtlCol="0" anchor="t" anchorCtr="0">
            <a:noAutofit/>
          </a:bodyPr>
          <a:lstStyle/>
          <a:p>
            <a:pPr marL="319087" indent="-319087">
              <a:lnSpc>
                <a:spcPct val="80000"/>
              </a:lnSpc>
              <a:spcBef>
                <a:spcPts val="0"/>
              </a:spcBef>
              <a:buClr>
                <a:schemeClr val="accent2"/>
              </a:buClr>
              <a:buSzPts val="1680"/>
              <a:buFont typeface="Noto Sans Symbols"/>
              <a:buChar char="◻"/>
            </a:pPr>
            <a:r>
              <a:rPr lang="en-US" sz="2800" dirty="0">
                <a:solidFill>
                  <a:schemeClr val="dk1"/>
                </a:solidFill>
                <a:latin typeface="Twentieth Century"/>
                <a:ea typeface="Twentieth Century"/>
                <a:cs typeface="Twentieth Century"/>
                <a:sym typeface="Twentieth Century"/>
              </a:rPr>
              <a:t>AI</a:t>
            </a:r>
            <a:r>
              <a:rPr lang="en-US" sz="2900" dirty="0">
                <a:solidFill>
                  <a:schemeClr val="dk1"/>
                </a:solidFill>
                <a:latin typeface="Twentieth Century"/>
                <a:ea typeface="Twentieth Century"/>
                <a:cs typeface="Twentieth Century"/>
                <a:sym typeface="Twentieth Century"/>
              </a:rPr>
              <a:t> – </a:t>
            </a:r>
            <a:r>
              <a:rPr lang="en-US" sz="2400" dirty="0">
                <a:solidFill>
                  <a:schemeClr val="dk1"/>
                </a:solidFill>
                <a:latin typeface="Twentieth Century"/>
                <a:ea typeface="Twentieth Century"/>
                <a:cs typeface="Twentieth Century"/>
                <a:sym typeface="Twentieth Century"/>
              </a:rPr>
              <a:t>the branch of computer science that is concerned with the automation of intelligent behavior (Luger &amp; Stubblefield)</a:t>
            </a:r>
            <a:endParaRPr dirty="0"/>
          </a:p>
          <a:p>
            <a:pPr marL="319087" indent="-227647">
              <a:lnSpc>
                <a:spcPct val="80000"/>
              </a:lnSpc>
              <a:spcBef>
                <a:spcPts val="700"/>
              </a:spcBef>
              <a:buClr>
                <a:schemeClr val="accent2"/>
              </a:buClr>
              <a:buSzPts val="1440"/>
              <a:buNone/>
            </a:pPr>
            <a:endParaRPr sz="2400" dirty="0">
              <a:solidFill>
                <a:schemeClr val="dk1"/>
              </a:solidFill>
              <a:latin typeface="Twentieth Century"/>
              <a:ea typeface="Twentieth Century"/>
              <a:cs typeface="Twentieth Century"/>
              <a:sym typeface="Twentieth Century"/>
            </a:endParaRPr>
          </a:p>
          <a:p>
            <a:pPr marL="639762" lvl="1" indent="-273049">
              <a:lnSpc>
                <a:spcPct val="100000"/>
              </a:lnSpc>
              <a:spcBef>
                <a:spcPts val="500"/>
              </a:spcBef>
              <a:buClr>
                <a:schemeClr val="accent1"/>
              </a:buClr>
              <a:buSzPts val="1400"/>
              <a:buFont typeface="Noto Sans Symbols"/>
              <a:buChar char="🞑"/>
            </a:pPr>
            <a:r>
              <a:rPr lang="en-US" sz="2000" dirty="0">
                <a:solidFill>
                  <a:schemeClr val="dk1"/>
                </a:solidFill>
                <a:latin typeface="Twentieth Century"/>
                <a:ea typeface="Twentieth Century"/>
                <a:cs typeface="Twentieth Century"/>
                <a:sym typeface="Twentieth Century"/>
              </a:rPr>
              <a:t>AI is based on theoretical and applied principles in computer science like</a:t>
            </a:r>
            <a:endParaRPr dirty="0"/>
          </a:p>
          <a:p>
            <a:pPr marL="914400" lvl="2" indent="-228600">
              <a:lnSpc>
                <a:spcPct val="100000"/>
              </a:lnSpc>
              <a:spcBef>
                <a:spcPts val="500"/>
              </a:spcBef>
              <a:buClr>
                <a:schemeClr val="accent2"/>
              </a:buClr>
              <a:buSzPts val="1275"/>
              <a:buFont typeface="Noto Sans Symbols"/>
              <a:buChar char="■"/>
            </a:pPr>
            <a:r>
              <a:rPr lang="en-US" sz="1700" dirty="0">
                <a:solidFill>
                  <a:schemeClr val="dk1"/>
                </a:solidFill>
                <a:latin typeface="Twentieth Century"/>
                <a:ea typeface="Twentieth Century"/>
                <a:cs typeface="Twentieth Century"/>
                <a:sym typeface="Twentieth Century"/>
              </a:rPr>
              <a:t>Data structures for knowledge representation</a:t>
            </a:r>
            <a:endParaRPr dirty="0"/>
          </a:p>
          <a:p>
            <a:pPr marL="914400" lvl="2" indent="-228600">
              <a:lnSpc>
                <a:spcPct val="100000"/>
              </a:lnSpc>
              <a:spcBef>
                <a:spcPts val="500"/>
              </a:spcBef>
              <a:buClr>
                <a:schemeClr val="accent2"/>
              </a:buClr>
              <a:buSzPts val="1275"/>
              <a:buFont typeface="Noto Sans Symbols"/>
              <a:buChar char="■"/>
            </a:pPr>
            <a:r>
              <a:rPr lang="en-US" sz="1700" dirty="0">
                <a:solidFill>
                  <a:schemeClr val="dk1"/>
                </a:solidFill>
                <a:latin typeface="Twentieth Century"/>
                <a:ea typeface="Twentieth Century"/>
                <a:cs typeface="Twentieth Century"/>
                <a:sym typeface="Twentieth Century"/>
              </a:rPr>
              <a:t>Algorithms of applying knowledge</a:t>
            </a:r>
            <a:endParaRPr dirty="0"/>
          </a:p>
          <a:p>
            <a:pPr marL="914400" lvl="2" indent="-228600">
              <a:lnSpc>
                <a:spcPct val="100000"/>
              </a:lnSpc>
              <a:spcBef>
                <a:spcPts val="500"/>
              </a:spcBef>
              <a:buClr>
                <a:schemeClr val="accent2"/>
              </a:buClr>
              <a:buSzPts val="1275"/>
              <a:buFont typeface="Noto Sans Symbols"/>
              <a:buChar char="■"/>
            </a:pPr>
            <a:r>
              <a:rPr lang="en-US" sz="1700" dirty="0">
                <a:solidFill>
                  <a:schemeClr val="dk1"/>
                </a:solidFill>
                <a:latin typeface="Twentieth Century"/>
                <a:ea typeface="Twentieth Century"/>
                <a:cs typeface="Twentieth Century"/>
                <a:sym typeface="Twentieth Century"/>
              </a:rPr>
              <a:t>Languages for algorithm implementation</a:t>
            </a:r>
            <a:endParaRPr dirty="0"/>
          </a:p>
          <a:p>
            <a:pPr marL="319087" indent="-227647">
              <a:lnSpc>
                <a:spcPct val="80000"/>
              </a:lnSpc>
              <a:spcBef>
                <a:spcPts val="700"/>
              </a:spcBef>
              <a:buClr>
                <a:schemeClr val="accent2"/>
              </a:buClr>
              <a:buSzPts val="1440"/>
              <a:buNone/>
            </a:pPr>
            <a:endParaRPr sz="2400" dirty="0">
              <a:solidFill>
                <a:schemeClr val="dk1"/>
              </a:solidFill>
              <a:latin typeface="Twentieth Century"/>
              <a:ea typeface="Twentieth Century"/>
              <a:cs typeface="Twentieth Century"/>
              <a:sym typeface="Twentieth Century"/>
            </a:endParaRPr>
          </a:p>
          <a:p>
            <a:pPr marL="319087" indent="-319087">
              <a:lnSpc>
                <a:spcPct val="80000"/>
              </a:lnSpc>
              <a:spcBef>
                <a:spcPts val="700"/>
              </a:spcBef>
              <a:buClr>
                <a:schemeClr val="accent2"/>
              </a:buClr>
              <a:buSzPts val="1440"/>
              <a:buFont typeface="Noto Sans Symbols"/>
              <a:buChar char="◻"/>
            </a:pPr>
            <a:r>
              <a:rPr lang="en-US" sz="2400" dirty="0">
                <a:solidFill>
                  <a:schemeClr val="dk1"/>
                </a:solidFill>
                <a:latin typeface="Twentieth Century"/>
                <a:ea typeface="Twentieth Century"/>
                <a:cs typeface="Twentieth Century"/>
                <a:sym typeface="Twentieth Century"/>
              </a:rPr>
              <a:t>Problem</a:t>
            </a:r>
            <a:endParaRPr dirty="0"/>
          </a:p>
          <a:p>
            <a:pPr marL="639762" lvl="1" indent="-273049">
              <a:lnSpc>
                <a:spcPct val="80000"/>
              </a:lnSpc>
              <a:spcBef>
                <a:spcPts val="500"/>
              </a:spcBef>
              <a:buClr>
                <a:schemeClr val="accent1"/>
              </a:buClr>
              <a:buSzPts val="1400"/>
              <a:buFont typeface="Noto Sans Symbols"/>
              <a:buChar char="🞑"/>
            </a:pPr>
            <a:r>
              <a:rPr lang="en-US" sz="2000" dirty="0">
                <a:solidFill>
                  <a:schemeClr val="dk1"/>
                </a:solidFill>
                <a:latin typeface="Twentieth Century"/>
                <a:ea typeface="Twentieth Century"/>
                <a:cs typeface="Twentieth Century"/>
                <a:sym typeface="Twentieth Century"/>
              </a:rPr>
              <a:t>What is Intelligence?</a:t>
            </a:r>
            <a:endParaRPr dirty="0"/>
          </a:p>
          <a:p>
            <a:pPr marL="319087" indent="-227647">
              <a:lnSpc>
                <a:spcPct val="80000"/>
              </a:lnSpc>
              <a:spcBef>
                <a:spcPts val="700"/>
              </a:spcBef>
              <a:buClr>
                <a:schemeClr val="accent2"/>
              </a:buClr>
              <a:buSzPts val="1440"/>
              <a:buNone/>
            </a:pPr>
            <a:endParaRPr sz="2400" dirty="0">
              <a:solidFill>
                <a:schemeClr val="dk1"/>
              </a:solidFill>
              <a:latin typeface="Twentieth Century"/>
              <a:ea typeface="Twentieth Century"/>
              <a:cs typeface="Twentieth Century"/>
              <a:sym typeface="Twentieth Century"/>
            </a:endParaRPr>
          </a:p>
          <a:p>
            <a:pPr marL="319087" indent="-319087">
              <a:lnSpc>
                <a:spcPct val="80000"/>
              </a:lnSpc>
              <a:spcBef>
                <a:spcPts val="700"/>
              </a:spcBef>
              <a:buClr>
                <a:schemeClr val="accent2"/>
              </a:buClr>
              <a:buSzPts val="1440"/>
              <a:buFont typeface="Noto Sans Symbols"/>
              <a:buChar char="◻"/>
            </a:pPr>
            <a:r>
              <a:rPr lang="en-US" sz="2400" dirty="0">
                <a:solidFill>
                  <a:schemeClr val="dk1"/>
                </a:solidFill>
                <a:latin typeface="Twentieth Century"/>
                <a:ea typeface="Twentieth Century"/>
                <a:cs typeface="Twentieth Century"/>
                <a:sym typeface="Twentieth Century"/>
              </a:rPr>
              <a:t>This course discusses</a:t>
            </a:r>
            <a:endParaRPr dirty="0"/>
          </a:p>
          <a:p>
            <a:pPr marL="639762" lvl="1" indent="-273049">
              <a:lnSpc>
                <a:spcPct val="80000"/>
              </a:lnSpc>
              <a:spcBef>
                <a:spcPts val="500"/>
              </a:spcBef>
              <a:buClr>
                <a:schemeClr val="accent1"/>
              </a:buClr>
              <a:buSzPts val="1400"/>
              <a:buFont typeface="Noto Sans Symbols"/>
              <a:buChar char="🞑"/>
            </a:pPr>
            <a:r>
              <a:rPr lang="en-US" sz="2000" dirty="0">
                <a:solidFill>
                  <a:schemeClr val="dk1"/>
                </a:solidFill>
                <a:latin typeface="Twentieth Century"/>
                <a:ea typeface="Twentieth Century"/>
                <a:cs typeface="Twentieth Century"/>
                <a:sym typeface="Twentieth Century"/>
              </a:rPr>
              <a:t>The collection of problems and methodologies studied by AI researchers</a:t>
            </a:r>
            <a:endParaRPr dirty="0"/>
          </a:p>
          <a:p>
            <a:pPr marL="319088" indent="-242888">
              <a:spcBef>
                <a:spcPts val="700"/>
              </a:spcBef>
              <a:buSzPts val="1200"/>
              <a:buNone/>
            </a:pPr>
            <a:endParaRPr sz="2000" dirty="0">
              <a:solidFill>
                <a:schemeClr val="dk1"/>
              </a:solidFill>
              <a:latin typeface="Twentieth Century"/>
              <a:ea typeface="Twentieth Century"/>
              <a:cs typeface="Twentieth Century"/>
              <a:sym typeface="Twentieth Century"/>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39"/>
          <p:cNvSpPr txBox="1">
            <a:spLocks noGrp="1"/>
          </p:cNvSpPr>
          <p:nvPr>
            <p:ph type="title"/>
          </p:nvPr>
        </p:nvSpPr>
        <p:spPr>
          <a:xfrm>
            <a:off x="1905000" y="533400"/>
            <a:ext cx="8229600" cy="755650"/>
          </a:xfrm>
          <a:prstGeom prst="rect">
            <a:avLst/>
          </a:prstGeom>
          <a:noFill/>
          <a:ln>
            <a:noFill/>
          </a:ln>
        </p:spPr>
        <p:txBody>
          <a:bodyPr spcFirstLastPara="1" vert="horz" wrap="square" lIns="91425" tIns="45700" rIns="91425" bIns="45700" rtlCol="0" anchor="ctr" anchorCtr="0">
            <a:normAutofit/>
          </a:bodyPr>
          <a:lstStyle/>
          <a:p>
            <a:pPr>
              <a:lnSpc>
                <a:spcPct val="100000"/>
              </a:lnSpc>
              <a:spcBef>
                <a:spcPts val="0"/>
              </a:spcBef>
              <a:buClr>
                <a:schemeClr val="dk2"/>
              </a:buClr>
              <a:buSzPts val="4000"/>
            </a:pPr>
            <a:r>
              <a:rPr lang="en-US" sz="4000">
                <a:solidFill>
                  <a:schemeClr val="dk2"/>
                </a:solidFill>
                <a:latin typeface="Twentieth Century"/>
                <a:ea typeface="Twentieth Century"/>
                <a:cs typeface="Twentieth Century"/>
                <a:sym typeface="Twentieth Century"/>
              </a:rPr>
              <a:t>Brief Early History of AI</a:t>
            </a:r>
            <a:endParaRPr/>
          </a:p>
        </p:txBody>
      </p:sp>
      <p:sp>
        <p:nvSpPr>
          <p:cNvPr id="270" name="Google Shape;270;p39"/>
          <p:cNvSpPr txBox="1">
            <a:spLocks noGrp="1"/>
          </p:cNvSpPr>
          <p:nvPr>
            <p:ph idx="1"/>
          </p:nvPr>
        </p:nvSpPr>
        <p:spPr>
          <a:xfrm>
            <a:off x="849085" y="1600201"/>
            <a:ext cx="10145485" cy="5064125"/>
          </a:xfrm>
          <a:prstGeom prst="rect">
            <a:avLst/>
          </a:prstGeom>
          <a:noFill/>
          <a:ln>
            <a:noFill/>
          </a:ln>
        </p:spPr>
        <p:txBody>
          <a:bodyPr spcFirstLastPara="1" vert="horz" wrap="square" lIns="91425" tIns="45700" rIns="91425" bIns="45700" rtlCol="0" anchor="t" anchorCtr="0">
            <a:noAutofit/>
          </a:bodyPr>
          <a:lstStyle/>
          <a:p>
            <a:pPr marL="319087" indent="-319087">
              <a:lnSpc>
                <a:spcPct val="100000"/>
              </a:lnSpc>
              <a:spcBef>
                <a:spcPts val="0"/>
              </a:spcBef>
              <a:buClr>
                <a:schemeClr val="accent2"/>
              </a:buClr>
              <a:buSzPts val="1440"/>
              <a:buFont typeface="Noto Sans Symbols"/>
              <a:buChar char="◻"/>
            </a:pPr>
            <a:r>
              <a:rPr lang="en-US" sz="2400" dirty="0">
                <a:solidFill>
                  <a:schemeClr val="dk1"/>
                </a:solidFill>
                <a:latin typeface="Twentieth Century"/>
                <a:ea typeface="Twentieth Century"/>
                <a:cs typeface="Twentieth Century"/>
                <a:sym typeface="Twentieth Century"/>
              </a:rPr>
              <a:t>Aristotle – 2000 years ago</a:t>
            </a:r>
            <a:endParaRPr dirty="0"/>
          </a:p>
          <a:p>
            <a:pPr marL="639762" lvl="1" indent="-273049">
              <a:lnSpc>
                <a:spcPct val="100000"/>
              </a:lnSpc>
              <a:spcBef>
                <a:spcPts val="500"/>
              </a:spcBef>
              <a:buClr>
                <a:schemeClr val="accent1"/>
              </a:buClr>
              <a:buSzPts val="1400"/>
              <a:buFont typeface="Noto Sans Symbols"/>
              <a:buChar char="🞑"/>
            </a:pPr>
            <a:r>
              <a:rPr lang="en-US" sz="2000" dirty="0">
                <a:solidFill>
                  <a:schemeClr val="dk1"/>
                </a:solidFill>
                <a:latin typeface="Twentieth Century"/>
                <a:ea typeface="Twentieth Century"/>
                <a:cs typeface="Twentieth Century"/>
                <a:sym typeface="Twentieth Century"/>
              </a:rPr>
              <a:t>The nature of world – changes frequently</a:t>
            </a:r>
            <a:endParaRPr dirty="0"/>
          </a:p>
          <a:p>
            <a:pPr marL="639762" lvl="1" indent="-273049">
              <a:lnSpc>
                <a:spcPct val="100000"/>
              </a:lnSpc>
              <a:spcBef>
                <a:spcPts val="500"/>
              </a:spcBef>
              <a:buClr>
                <a:schemeClr val="accent1"/>
              </a:buClr>
              <a:buSzPts val="1400"/>
              <a:buFont typeface="Noto Sans Symbols"/>
              <a:buChar char="🞑"/>
            </a:pPr>
            <a:r>
              <a:rPr lang="en-US" sz="2000" dirty="0">
                <a:solidFill>
                  <a:schemeClr val="dk1"/>
                </a:solidFill>
                <a:latin typeface="Twentieth Century"/>
                <a:ea typeface="Twentieth Century"/>
                <a:cs typeface="Twentieth Century"/>
                <a:sym typeface="Twentieth Century"/>
              </a:rPr>
              <a:t>Logics – certain propositions can be said as “true”</a:t>
            </a:r>
            <a:endParaRPr dirty="0"/>
          </a:p>
          <a:p>
            <a:pPr marL="639762" lvl="1" indent="-273049">
              <a:lnSpc>
                <a:spcPct val="100000"/>
              </a:lnSpc>
              <a:spcBef>
                <a:spcPts val="500"/>
              </a:spcBef>
              <a:buClr>
                <a:schemeClr val="accent1"/>
              </a:buClr>
              <a:buSzPts val="1400"/>
              <a:buFont typeface="Noto Sans Symbols"/>
              <a:buChar char="🞑"/>
            </a:pPr>
            <a:r>
              <a:rPr lang="en-US" sz="2000" dirty="0">
                <a:solidFill>
                  <a:schemeClr val="dk1"/>
                </a:solidFill>
                <a:latin typeface="Twentieth Century"/>
                <a:ea typeface="Twentieth Century"/>
                <a:cs typeface="Twentieth Century"/>
                <a:sym typeface="Twentieth Century"/>
              </a:rPr>
              <a:t>Modus ponens and reasoning system</a:t>
            </a:r>
            <a:endParaRPr dirty="0"/>
          </a:p>
          <a:p>
            <a:pPr marL="914400" lvl="2" indent="-228600">
              <a:lnSpc>
                <a:spcPct val="100000"/>
              </a:lnSpc>
              <a:spcBef>
                <a:spcPts val="500"/>
              </a:spcBef>
              <a:buClr>
                <a:schemeClr val="accent2"/>
              </a:buClr>
              <a:buSzPts val="1500"/>
              <a:buFont typeface="Noto Sans Symbols"/>
              <a:buChar char="■"/>
            </a:pPr>
            <a:r>
              <a:rPr lang="en-US" sz="2000" dirty="0">
                <a:solidFill>
                  <a:schemeClr val="dk1"/>
                </a:solidFill>
                <a:latin typeface="Twentieth Century"/>
                <a:ea typeface="Twentieth Century"/>
                <a:cs typeface="Twentieth Century"/>
                <a:sym typeface="Twentieth Century"/>
              </a:rPr>
              <a:t>Eg:- If we know that “All men are mortal” &amp; “ Socrates is a man”, then we can conclude that “Socrates is mortal”.</a:t>
            </a:r>
            <a:endParaRPr dirty="0"/>
          </a:p>
          <a:p>
            <a:pPr marL="319087" indent="-319087">
              <a:lnSpc>
                <a:spcPct val="100000"/>
              </a:lnSpc>
              <a:spcBef>
                <a:spcPts val="700"/>
              </a:spcBef>
              <a:buClr>
                <a:schemeClr val="accent2"/>
              </a:buClr>
              <a:buSzPts val="1440"/>
              <a:buFont typeface="Noto Sans Symbols"/>
              <a:buChar char="◻"/>
            </a:pPr>
            <a:r>
              <a:rPr lang="en-US" sz="2400" dirty="0">
                <a:solidFill>
                  <a:schemeClr val="dk1"/>
                </a:solidFill>
                <a:latin typeface="Twentieth Century"/>
                <a:ea typeface="Twentieth Century"/>
                <a:cs typeface="Twentieth Century"/>
                <a:sym typeface="Twentieth Century"/>
              </a:rPr>
              <a:t>Copernicus – 1543</a:t>
            </a:r>
            <a:endParaRPr dirty="0"/>
          </a:p>
          <a:p>
            <a:pPr marL="639762" lvl="1" indent="-273049">
              <a:lnSpc>
                <a:spcPct val="100000"/>
              </a:lnSpc>
              <a:spcBef>
                <a:spcPts val="500"/>
              </a:spcBef>
              <a:buClr>
                <a:schemeClr val="accent1"/>
              </a:buClr>
              <a:buSzPts val="1400"/>
              <a:buFont typeface="Noto Sans Symbols"/>
              <a:buChar char="🞑"/>
            </a:pPr>
            <a:r>
              <a:rPr lang="en-US" sz="2000" dirty="0">
                <a:solidFill>
                  <a:schemeClr val="dk1"/>
                </a:solidFill>
                <a:latin typeface="Twentieth Century"/>
                <a:ea typeface="Twentieth Century"/>
                <a:cs typeface="Twentieth Century"/>
                <a:sym typeface="Twentieth Century"/>
              </a:rPr>
              <a:t>Split between human mind and its surroundings – our ideas about the world are distinct from its appearance</a:t>
            </a:r>
            <a:endParaRPr dirty="0"/>
          </a:p>
          <a:p>
            <a:pPr marL="319087" indent="-319087">
              <a:lnSpc>
                <a:spcPct val="100000"/>
              </a:lnSpc>
              <a:spcBef>
                <a:spcPts val="700"/>
              </a:spcBef>
              <a:buClr>
                <a:schemeClr val="accent2"/>
              </a:buClr>
              <a:buSzPts val="1440"/>
              <a:buFont typeface="Noto Sans Symbols"/>
              <a:buChar char="◻"/>
            </a:pPr>
            <a:r>
              <a:rPr lang="en-US" sz="2400" dirty="0" err="1">
                <a:solidFill>
                  <a:schemeClr val="dk1"/>
                </a:solidFill>
                <a:latin typeface="Twentieth Century"/>
                <a:ea typeface="Twentieth Century"/>
                <a:cs typeface="Twentieth Century"/>
                <a:sym typeface="Twentieth Century"/>
              </a:rPr>
              <a:t>Descrates</a:t>
            </a:r>
            <a:r>
              <a:rPr lang="en-US" sz="2400" dirty="0">
                <a:solidFill>
                  <a:schemeClr val="dk1"/>
                </a:solidFill>
                <a:latin typeface="Twentieth Century"/>
                <a:ea typeface="Twentieth Century"/>
                <a:cs typeface="Twentieth Century"/>
                <a:sym typeface="Twentieth Century"/>
              </a:rPr>
              <a:t> (1680)</a:t>
            </a:r>
            <a:endParaRPr dirty="0"/>
          </a:p>
          <a:p>
            <a:pPr marL="639762" lvl="1" indent="-273049">
              <a:lnSpc>
                <a:spcPct val="100000"/>
              </a:lnSpc>
              <a:spcBef>
                <a:spcPts val="500"/>
              </a:spcBef>
              <a:buClr>
                <a:schemeClr val="accent1"/>
              </a:buClr>
              <a:buSzPts val="1400"/>
              <a:buFont typeface="Noto Sans Symbols"/>
              <a:buChar char="🞑"/>
            </a:pPr>
            <a:r>
              <a:rPr lang="en-US" sz="2000" dirty="0">
                <a:solidFill>
                  <a:schemeClr val="dk1"/>
                </a:solidFill>
                <a:latin typeface="Twentieth Century"/>
                <a:ea typeface="Twentieth Century"/>
                <a:cs typeface="Twentieth Century"/>
                <a:sym typeface="Twentieth Century"/>
              </a:rPr>
              <a:t>Developed the concepts of Thought and mind</a:t>
            </a:r>
            <a:endParaRPr dirty="0"/>
          </a:p>
          <a:p>
            <a:pPr marL="639762" lvl="1" indent="-273049">
              <a:lnSpc>
                <a:spcPct val="100000"/>
              </a:lnSpc>
              <a:spcBef>
                <a:spcPts val="500"/>
              </a:spcBef>
              <a:buClr>
                <a:schemeClr val="accent1"/>
              </a:buClr>
              <a:buSzPts val="1400"/>
              <a:buFont typeface="Noto Sans Symbols"/>
              <a:buChar char="🞑"/>
            </a:pPr>
            <a:r>
              <a:rPr lang="en-US" sz="2000" dirty="0">
                <a:solidFill>
                  <a:schemeClr val="dk1"/>
                </a:solidFill>
                <a:latin typeface="Twentieth Century"/>
                <a:ea typeface="Twentieth Century"/>
                <a:cs typeface="Twentieth Century"/>
                <a:sym typeface="Twentieth Century"/>
              </a:rPr>
              <a:t>Separate mind from physical world – must find a way to reconnect both</a:t>
            </a:r>
            <a:endParaRPr dirty="0"/>
          </a:p>
          <a:p>
            <a:pPr marL="639762" lvl="1" indent="-273049">
              <a:lnSpc>
                <a:spcPct val="100000"/>
              </a:lnSpc>
              <a:spcBef>
                <a:spcPts val="500"/>
              </a:spcBef>
              <a:buClr>
                <a:schemeClr val="accent1"/>
              </a:buClr>
              <a:buSzPts val="1400"/>
              <a:buFont typeface="Noto Sans Symbols"/>
              <a:buChar char="🞑"/>
            </a:pPr>
            <a:r>
              <a:rPr lang="en-US" sz="2000" dirty="0">
                <a:solidFill>
                  <a:schemeClr val="dk1"/>
                </a:solidFill>
                <a:latin typeface="Twentieth Century"/>
                <a:ea typeface="Twentieth Century"/>
                <a:cs typeface="Twentieth Century"/>
                <a:sym typeface="Twentieth Century"/>
              </a:rPr>
              <a:t>Mental process can be formalized by mathematics</a:t>
            </a:r>
            <a:endParaRP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40"/>
          <p:cNvSpPr txBox="1">
            <a:spLocks noGrp="1"/>
          </p:cNvSpPr>
          <p:nvPr>
            <p:ph type="title"/>
          </p:nvPr>
        </p:nvSpPr>
        <p:spPr>
          <a:xfrm>
            <a:off x="1981200" y="609600"/>
            <a:ext cx="8229600" cy="755650"/>
          </a:xfrm>
          <a:prstGeom prst="rect">
            <a:avLst/>
          </a:prstGeom>
          <a:noFill/>
          <a:ln>
            <a:noFill/>
          </a:ln>
        </p:spPr>
        <p:txBody>
          <a:bodyPr spcFirstLastPara="1" vert="horz" wrap="square" lIns="91425" tIns="45700" rIns="91425" bIns="45700" rtlCol="0" anchor="ctr" anchorCtr="0">
            <a:normAutofit/>
          </a:bodyPr>
          <a:lstStyle/>
          <a:p>
            <a:pPr>
              <a:lnSpc>
                <a:spcPct val="100000"/>
              </a:lnSpc>
              <a:spcBef>
                <a:spcPts val="0"/>
              </a:spcBef>
              <a:buClr>
                <a:schemeClr val="dk2"/>
              </a:buClr>
              <a:buSzPts val="4000"/>
            </a:pPr>
            <a:r>
              <a:rPr lang="en-US" sz="4000">
                <a:solidFill>
                  <a:schemeClr val="dk2"/>
                </a:solidFill>
                <a:latin typeface="Twentieth Century"/>
                <a:ea typeface="Twentieth Century"/>
                <a:cs typeface="Twentieth Century"/>
                <a:sym typeface="Twentieth Century"/>
              </a:rPr>
              <a:t>Modern History</a:t>
            </a:r>
            <a:endParaRPr/>
          </a:p>
        </p:txBody>
      </p:sp>
      <p:sp>
        <p:nvSpPr>
          <p:cNvPr id="276" name="Google Shape;276;p40"/>
          <p:cNvSpPr txBox="1">
            <a:spLocks noGrp="1"/>
          </p:cNvSpPr>
          <p:nvPr>
            <p:ph idx="1"/>
          </p:nvPr>
        </p:nvSpPr>
        <p:spPr>
          <a:xfrm>
            <a:off x="1088571" y="1469572"/>
            <a:ext cx="10548257" cy="5064125"/>
          </a:xfrm>
          <a:prstGeom prst="rect">
            <a:avLst/>
          </a:prstGeom>
          <a:noFill/>
          <a:ln>
            <a:noFill/>
          </a:ln>
        </p:spPr>
        <p:txBody>
          <a:bodyPr spcFirstLastPara="1" vert="horz" wrap="square" lIns="91425" tIns="45700" rIns="91425" bIns="45700" rtlCol="0" anchor="t" anchorCtr="0">
            <a:noAutofit/>
          </a:bodyPr>
          <a:lstStyle/>
          <a:p>
            <a:pPr marL="319087" indent="-319087">
              <a:lnSpc>
                <a:spcPct val="100000"/>
              </a:lnSpc>
              <a:spcBef>
                <a:spcPts val="0"/>
              </a:spcBef>
              <a:buClr>
                <a:schemeClr val="accent2"/>
              </a:buClr>
              <a:buSzPts val="1740"/>
              <a:buFont typeface="Noto Sans Symbols"/>
              <a:buChar char="◻"/>
            </a:pPr>
            <a:r>
              <a:rPr lang="en-US" sz="2900" dirty="0">
                <a:solidFill>
                  <a:schemeClr val="dk1"/>
                </a:solidFill>
                <a:latin typeface="Twentieth Century"/>
                <a:ea typeface="Twentieth Century"/>
                <a:cs typeface="Twentieth Century"/>
                <a:sym typeface="Twentieth Century"/>
              </a:rPr>
              <a:t>Formal logic</a:t>
            </a:r>
            <a:endParaRPr dirty="0"/>
          </a:p>
          <a:p>
            <a:pPr marL="639762" lvl="1" indent="-273049">
              <a:lnSpc>
                <a:spcPct val="100000"/>
              </a:lnSpc>
              <a:spcBef>
                <a:spcPts val="500"/>
              </a:spcBef>
              <a:buClr>
                <a:schemeClr val="accent1"/>
              </a:buClr>
              <a:buSzPts val="1820"/>
              <a:buFont typeface="Noto Sans Symbols"/>
              <a:buChar char="🞑"/>
            </a:pPr>
            <a:r>
              <a:rPr lang="en-US" sz="2600" dirty="0">
                <a:solidFill>
                  <a:schemeClr val="dk1"/>
                </a:solidFill>
                <a:latin typeface="Twentieth Century"/>
                <a:ea typeface="Twentieth Century"/>
                <a:cs typeface="Twentieth Century"/>
                <a:sym typeface="Twentieth Century"/>
              </a:rPr>
              <a:t>Leibniz – introduced formal logic &amp; constructed a machine for automating its calculation</a:t>
            </a:r>
            <a:endParaRPr dirty="0"/>
          </a:p>
          <a:p>
            <a:pPr marL="639762" lvl="1" indent="-273049">
              <a:lnSpc>
                <a:spcPct val="100000"/>
              </a:lnSpc>
              <a:spcBef>
                <a:spcPts val="500"/>
              </a:spcBef>
              <a:buClr>
                <a:schemeClr val="accent1"/>
              </a:buClr>
              <a:buSzPts val="1820"/>
              <a:buFont typeface="Noto Sans Symbols"/>
              <a:buChar char="🞑"/>
            </a:pPr>
            <a:r>
              <a:rPr lang="en-US" sz="2600" dirty="0">
                <a:solidFill>
                  <a:schemeClr val="dk1"/>
                </a:solidFill>
                <a:latin typeface="Twentieth Century"/>
                <a:ea typeface="Twentieth Century"/>
                <a:cs typeface="Twentieth Century"/>
                <a:sym typeface="Twentieth Century"/>
              </a:rPr>
              <a:t>Boole – mathematical formalization of the laws of logic (Boolean Algebra)</a:t>
            </a:r>
            <a:endParaRPr dirty="0"/>
          </a:p>
          <a:p>
            <a:pPr marL="639762" lvl="1" indent="-273049">
              <a:lnSpc>
                <a:spcPct val="100000"/>
              </a:lnSpc>
              <a:spcBef>
                <a:spcPts val="500"/>
              </a:spcBef>
              <a:buClr>
                <a:schemeClr val="accent1"/>
              </a:buClr>
              <a:buSzPts val="1820"/>
              <a:buFont typeface="Noto Sans Symbols"/>
              <a:buChar char="🞑"/>
            </a:pPr>
            <a:r>
              <a:rPr lang="en-US" sz="2600" dirty="0">
                <a:solidFill>
                  <a:schemeClr val="dk1"/>
                </a:solidFill>
                <a:latin typeface="Twentieth Century"/>
                <a:ea typeface="Twentieth Century"/>
                <a:cs typeface="Twentieth Century"/>
                <a:sym typeface="Twentieth Century"/>
              </a:rPr>
              <a:t>Turing</a:t>
            </a:r>
            <a:endParaRPr dirty="0"/>
          </a:p>
          <a:p>
            <a:pPr marL="639762" lvl="1" indent="-273049">
              <a:lnSpc>
                <a:spcPct val="100000"/>
              </a:lnSpc>
              <a:spcBef>
                <a:spcPts val="500"/>
              </a:spcBef>
              <a:buClr>
                <a:schemeClr val="accent1"/>
              </a:buClr>
              <a:buSzPts val="1820"/>
              <a:buFont typeface="Noto Sans Symbols"/>
              <a:buChar char="🞑"/>
            </a:pPr>
            <a:r>
              <a:rPr lang="en-US" sz="2600" dirty="0">
                <a:solidFill>
                  <a:schemeClr val="dk1"/>
                </a:solidFill>
                <a:latin typeface="Twentieth Century"/>
                <a:ea typeface="Twentieth Century"/>
                <a:cs typeface="Twentieth Century"/>
                <a:sym typeface="Twentieth Century"/>
              </a:rPr>
              <a:t>Frege – first-order predicate calculus</a:t>
            </a:r>
            <a:endParaRPr dirty="0"/>
          </a:p>
          <a:p>
            <a:pPr marL="319087" indent="-319087">
              <a:lnSpc>
                <a:spcPct val="100000"/>
              </a:lnSpc>
              <a:spcBef>
                <a:spcPts val="700"/>
              </a:spcBef>
              <a:buClr>
                <a:schemeClr val="accent2"/>
              </a:buClr>
              <a:buSzPts val="1740"/>
              <a:buFont typeface="Noto Sans Symbols"/>
              <a:buChar char="◻"/>
            </a:pPr>
            <a:r>
              <a:rPr lang="en-US" sz="2900" dirty="0">
                <a:solidFill>
                  <a:schemeClr val="dk1"/>
                </a:solidFill>
                <a:latin typeface="Twentieth Century"/>
                <a:ea typeface="Twentieth Century"/>
                <a:cs typeface="Twentieth Century"/>
                <a:sym typeface="Twentieth Century"/>
              </a:rPr>
              <a:t>Graph theory</a:t>
            </a:r>
            <a:endParaRPr dirty="0"/>
          </a:p>
          <a:p>
            <a:pPr marL="639762" lvl="1" indent="-273049">
              <a:lnSpc>
                <a:spcPct val="100000"/>
              </a:lnSpc>
              <a:spcBef>
                <a:spcPts val="500"/>
              </a:spcBef>
              <a:buClr>
                <a:schemeClr val="accent1"/>
              </a:buClr>
              <a:buSzPts val="1820"/>
              <a:buFont typeface="Noto Sans Symbols"/>
              <a:buChar char="🞑"/>
            </a:pPr>
            <a:r>
              <a:rPr lang="en-US" sz="2600" dirty="0">
                <a:solidFill>
                  <a:schemeClr val="dk1"/>
                </a:solidFill>
                <a:latin typeface="Twentieth Century"/>
                <a:ea typeface="Twentieth Century"/>
                <a:cs typeface="Twentieth Century"/>
                <a:sym typeface="Twentieth Century"/>
              </a:rPr>
              <a:t>Euler – represents the structure of relationships in the world</a:t>
            </a:r>
            <a:endParaRPr dirty="0"/>
          </a:p>
          <a:p>
            <a:pPr marL="319087" indent="-319087">
              <a:lnSpc>
                <a:spcPct val="100000"/>
              </a:lnSpc>
              <a:spcBef>
                <a:spcPts val="700"/>
              </a:spcBef>
              <a:buClr>
                <a:schemeClr val="accent2"/>
              </a:buClr>
              <a:buSzPts val="1740"/>
              <a:buFont typeface="Noto Sans Symbols"/>
              <a:buChar char="◻"/>
            </a:pPr>
            <a:r>
              <a:rPr lang="en-US" sz="2900" dirty="0">
                <a:solidFill>
                  <a:schemeClr val="dk1"/>
                </a:solidFill>
                <a:latin typeface="Twentieth Century"/>
                <a:ea typeface="Twentieth Century"/>
                <a:cs typeface="Twentieth Century"/>
                <a:sym typeface="Twentieth Century"/>
              </a:rPr>
              <a:t>State space search</a:t>
            </a:r>
            <a:endParaRP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41"/>
          <p:cNvSpPr txBox="1">
            <a:spLocks noGrp="1"/>
          </p:cNvSpPr>
          <p:nvPr>
            <p:ph type="title"/>
          </p:nvPr>
        </p:nvSpPr>
        <p:spPr>
          <a:prstGeom prst="rect">
            <a:avLst/>
          </a:prstGeom>
          <a:noFill/>
          <a:ln>
            <a:noFill/>
          </a:ln>
        </p:spPr>
        <p:txBody>
          <a:bodyPr spcFirstLastPara="1" vert="horz" wrap="square" lIns="91425" tIns="45700" rIns="91425" bIns="45700" rtlCol="0" anchor="ctr" anchorCtr="0">
            <a:noAutofit/>
          </a:bodyPr>
          <a:lstStyle/>
          <a:p>
            <a:pPr>
              <a:lnSpc>
                <a:spcPct val="100000"/>
              </a:lnSpc>
              <a:spcBef>
                <a:spcPts val="0"/>
              </a:spcBef>
              <a:buClr>
                <a:schemeClr val="dk2"/>
              </a:buClr>
              <a:buSzPts val="4400"/>
            </a:pPr>
            <a:r>
              <a:rPr lang="en-US" sz="4400">
                <a:solidFill>
                  <a:schemeClr val="dk2"/>
                </a:solidFill>
                <a:latin typeface="Twentieth Century"/>
                <a:ea typeface="Twentieth Century"/>
                <a:cs typeface="Twentieth Century"/>
                <a:sym typeface="Twentieth Century"/>
              </a:rPr>
              <a:t>What is AI?</a:t>
            </a:r>
            <a:endParaRPr/>
          </a:p>
        </p:txBody>
      </p:sp>
      <p:graphicFrame>
        <p:nvGraphicFramePr>
          <p:cNvPr id="283" name="Google Shape;283;p41"/>
          <p:cNvGraphicFramePr/>
          <p:nvPr/>
        </p:nvGraphicFramePr>
        <p:xfrm>
          <a:off x="2667000" y="2971800"/>
          <a:ext cx="6858000" cy="2133600"/>
        </p:xfrm>
        <a:graphic>
          <a:graphicData uri="http://schemas.openxmlformats.org/drawingml/2006/table">
            <a:tbl>
              <a:tblPr>
                <a:noFill/>
                <a:tableStyleId>{D5064571-D2D0-4096-8113-175A91345E3A}</a:tableStyleId>
              </a:tblPr>
              <a:tblGrid>
                <a:gridCol w="342900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tblGrid>
              <a:tr h="1066800">
                <a:tc>
                  <a:txBody>
                    <a:bodyPr/>
                    <a:lstStyle/>
                    <a:p>
                      <a:pPr marL="0" marR="0" lvl="0" indent="0" algn="ctr" rtl="0">
                        <a:lnSpc>
                          <a:spcPct val="100000"/>
                        </a:lnSpc>
                        <a:spcBef>
                          <a:spcPts val="0"/>
                        </a:spcBef>
                        <a:spcAft>
                          <a:spcPts val="0"/>
                        </a:spcAft>
                        <a:buClr>
                          <a:schemeClr val="dk1"/>
                        </a:buClr>
                        <a:buSzPts val="900"/>
                        <a:buFont typeface="Twentieth Century"/>
                        <a:buNone/>
                      </a:pPr>
                      <a:endParaRPr sz="900" b="0" i="0" u="none" strike="noStrike" cap="none">
                        <a:solidFill>
                          <a:schemeClr val="accent2"/>
                        </a:solidFill>
                        <a:latin typeface="Arial"/>
                        <a:ea typeface="Arial"/>
                        <a:cs typeface="Arial"/>
                        <a:sym typeface="Arial"/>
                      </a:endParaRPr>
                    </a:p>
                    <a:p>
                      <a:pPr marL="0" marR="0" lvl="0" indent="0" algn="ctr" rtl="0">
                        <a:lnSpc>
                          <a:spcPct val="100000"/>
                        </a:lnSpc>
                        <a:spcBef>
                          <a:spcPts val="560"/>
                        </a:spcBef>
                        <a:spcAft>
                          <a:spcPts val="0"/>
                        </a:spcAft>
                        <a:buClr>
                          <a:schemeClr val="accent2"/>
                        </a:buClr>
                        <a:buSzPts val="2800"/>
                        <a:buFont typeface="Arial"/>
                        <a:buNone/>
                      </a:pPr>
                      <a:r>
                        <a:rPr lang="en-US" sz="2800" b="0" i="0" u="none" strike="noStrike" cap="none">
                          <a:solidFill>
                            <a:schemeClr val="accent2"/>
                          </a:solidFill>
                          <a:latin typeface="Arial"/>
                          <a:ea typeface="Arial"/>
                          <a:cs typeface="Arial"/>
                          <a:sym typeface="Arial"/>
                        </a:rPr>
                        <a:t>Think like humans</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900"/>
                        <a:buFont typeface="Twentieth Century"/>
                        <a:buNone/>
                      </a:pPr>
                      <a:endParaRPr sz="900" b="0" i="0" u="none" strike="noStrike" cap="none">
                        <a:solidFill>
                          <a:schemeClr val="accent2"/>
                        </a:solidFill>
                        <a:latin typeface="Arial"/>
                        <a:ea typeface="Arial"/>
                        <a:cs typeface="Arial"/>
                        <a:sym typeface="Arial"/>
                      </a:endParaRPr>
                    </a:p>
                    <a:p>
                      <a:pPr marL="0" marR="0" lvl="0" indent="0" algn="ctr" rtl="0">
                        <a:lnSpc>
                          <a:spcPct val="100000"/>
                        </a:lnSpc>
                        <a:spcBef>
                          <a:spcPts val="560"/>
                        </a:spcBef>
                        <a:spcAft>
                          <a:spcPts val="0"/>
                        </a:spcAft>
                        <a:buClr>
                          <a:schemeClr val="accent2"/>
                        </a:buClr>
                        <a:buSzPts val="2800"/>
                        <a:buFont typeface="Arial"/>
                        <a:buNone/>
                      </a:pPr>
                      <a:r>
                        <a:rPr lang="en-US" sz="2800" b="0" i="0" u="none" strike="noStrike" cap="none">
                          <a:solidFill>
                            <a:schemeClr val="accent2"/>
                          </a:solidFill>
                          <a:latin typeface="Arial"/>
                          <a:ea typeface="Arial"/>
                          <a:cs typeface="Arial"/>
                          <a:sym typeface="Arial"/>
                        </a:rPr>
                        <a:t>Think rationally</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1066800">
                <a:tc>
                  <a:txBody>
                    <a:bodyPr/>
                    <a:lstStyle/>
                    <a:p>
                      <a:pPr marL="0" marR="0" lvl="0" indent="0" algn="ctr" rtl="0">
                        <a:lnSpc>
                          <a:spcPct val="100000"/>
                        </a:lnSpc>
                        <a:spcBef>
                          <a:spcPts val="0"/>
                        </a:spcBef>
                        <a:spcAft>
                          <a:spcPts val="0"/>
                        </a:spcAft>
                        <a:buClr>
                          <a:schemeClr val="dk1"/>
                        </a:buClr>
                        <a:buSzPts val="900"/>
                        <a:buFont typeface="Twentieth Century"/>
                        <a:buNone/>
                      </a:pPr>
                      <a:endParaRPr sz="900" b="0" i="0" u="none" strike="noStrike" cap="none">
                        <a:solidFill>
                          <a:schemeClr val="accent2"/>
                        </a:solidFill>
                        <a:latin typeface="Arial"/>
                        <a:ea typeface="Arial"/>
                        <a:cs typeface="Arial"/>
                        <a:sym typeface="Arial"/>
                      </a:endParaRPr>
                    </a:p>
                    <a:p>
                      <a:pPr marL="0" marR="0" lvl="0" indent="0" algn="ctr" rtl="0">
                        <a:lnSpc>
                          <a:spcPct val="100000"/>
                        </a:lnSpc>
                        <a:spcBef>
                          <a:spcPts val="560"/>
                        </a:spcBef>
                        <a:spcAft>
                          <a:spcPts val="0"/>
                        </a:spcAft>
                        <a:buClr>
                          <a:schemeClr val="accent2"/>
                        </a:buClr>
                        <a:buSzPts val="2800"/>
                        <a:buFont typeface="Arial"/>
                        <a:buNone/>
                      </a:pPr>
                      <a:r>
                        <a:rPr lang="en-US" sz="2800" b="0" i="0" u="none" strike="noStrike" cap="none">
                          <a:solidFill>
                            <a:schemeClr val="accent2"/>
                          </a:solidFill>
                          <a:latin typeface="Arial"/>
                          <a:ea typeface="Arial"/>
                          <a:cs typeface="Arial"/>
                          <a:sym typeface="Arial"/>
                        </a:rPr>
                        <a:t>Act like humans</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900"/>
                        <a:buFont typeface="Twentieth Century"/>
                        <a:buNone/>
                      </a:pPr>
                      <a:endParaRPr sz="900" b="0" i="0" u="none" strike="noStrike" cap="none">
                        <a:solidFill>
                          <a:schemeClr val="accent2"/>
                        </a:solidFill>
                        <a:latin typeface="Arial"/>
                        <a:ea typeface="Arial"/>
                        <a:cs typeface="Arial"/>
                        <a:sym typeface="Arial"/>
                      </a:endParaRPr>
                    </a:p>
                    <a:p>
                      <a:pPr marL="0" marR="0" lvl="0" indent="0" algn="ctr" rtl="0">
                        <a:lnSpc>
                          <a:spcPct val="100000"/>
                        </a:lnSpc>
                        <a:spcBef>
                          <a:spcPts val="560"/>
                        </a:spcBef>
                        <a:spcAft>
                          <a:spcPts val="0"/>
                        </a:spcAft>
                        <a:buClr>
                          <a:srgbClr val="CC0000"/>
                        </a:buClr>
                        <a:buSzPts val="2800"/>
                        <a:buFont typeface="Arial"/>
                        <a:buNone/>
                      </a:pPr>
                      <a:r>
                        <a:rPr lang="en-US" sz="2800" b="0" i="0" u="none" strike="noStrike" cap="none">
                          <a:solidFill>
                            <a:srgbClr val="CC0000"/>
                          </a:solidFill>
                          <a:latin typeface="Arial"/>
                          <a:ea typeface="Arial"/>
                          <a:cs typeface="Arial"/>
                          <a:sym typeface="Arial"/>
                        </a:rPr>
                        <a:t>Act rationally</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284" name="Google Shape;284;p41"/>
          <p:cNvSpPr txBox="1"/>
          <p:nvPr/>
        </p:nvSpPr>
        <p:spPr>
          <a:xfrm>
            <a:off x="1981200" y="1858963"/>
            <a:ext cx="7391400" cy="579437"/>
          </a:xfrm>
          <a:prstGeom prst="rect">
            <a:avLst/>
          </a:prstGeom>
          <a:noFill/>
          <a:ln>
            <a:noFill/>
          </a:ln>
        </p:spPr>
        <p:txBody>
          <a:bodyPr spcFirstLastPara="1" wrap="square" lIns="91425" tIns="45700" rIns="91425" bIns="45700" anchor="t" anchorCtr="0">
            <a:spAutoFit/>
          </a:bodyPr>
          <a:lstStyle/>
          <a:p>
            <a:pPr>
              <a:buClr>
                <a:schemeClr val="dk1"/>
              </a:buClr>
              <a:buSzPts val="3200"/>
            </a:pPr>
            <a:r>
              <a:rPr lang="en-US" sz="3200">
                <a:solidFill>
                  <a:schemeClr val="dk1"/>
                </a:solidFill>
                <a:latin typeface="Twentieth Century"/>
                <a:ea typeface="Twentieth Century"/>
                <a:cs typeface="Twentieth Century"/>
                <a:sym typeface="Twentieth Century"/>
              </a:rPr>
              <a:t>The science of making machines that: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2"/>
          <p:cNvSpPr txBox="1">
            <a:spLocks noGrp="1"/>
          </p:cNvSpPr>
          <p:nvPr>
            <p:ph type="title"/>
          </p:nvPr>
        </p:nvSpPr>
        <p:spPr>
          <a:xfrm>
            <a:off x="1981200" y="520700"/>
            <a:ext cx="8228012" cy="698500"/>
          </a:xfrm>
          <a:prstGeom prst="rect">
            <a:avLst/>
          </a:prstGeom>
          <a:noFill/>
          <a:ln>
            <a:noFill/>
          </a:ln>
        </p:spPr>
        <p:txBody>
          <a:bodyPr spcFirstLastPara="1" vert="horz" wrap="square" lIns="82925" tIns="41450" rIns="82925" bIns="41450" rtlCol="0" anchor="ctr" anchorCtr="0">
            <a:noAutofit/>
          </a:bodyPr>
          <a:lstStyle/>
          <a:p>
            <a:pPr marL="390525" indent="-293687">
              <a:lnSpc>
                <a:spcPct val="100000"/>
              </a:lnSpc>
              <a:spcBef>
                <a:spcPts val="0"/>
              </a:spcBef>
              <a:buClr>
                <a:schemeClr val="dk2"/>
              </a:buClr>
              <a:buSzPts val="2900"/>
            </a:pPr>
            <a:r>
              <a:rPr lang="en-US" sz="2900" b="1">
                <a:solidFill>
                  <a:schemeClr val="dk2"/>
                </a:solidFill>
                <a:latin typeface="Times"/>
                <a:ea typeface="Times"/>
                <a:cs typeface="Times"/>
                <a:sym typeface="Times"/>
              </a:rPr>
              <a:t>Scientific Goals of AI</a:t>
            </a:r>
            <a:r>
              <a:rPr lang="en-US" sz="2900">
                <a:solidFill>
                  <a:schemeClr val="dk2"/>
                </a:solidFill>
                <a:latin typeface="Times"/>
                <a:ea typeface="Times"/>
                <a:cs typeface="Times"/>
                <a:sym typeface="Times"/>
              </a:rPr>
              <a:t> </a:t>
            </a:r>
            <a:endParaRPr/>
          </a:p>
        </p:txBody>
      </p:sp>
      <p:sp>
        <p:nvSpPr>
          <p:cNvPr id="291" name="Google Shape;291;p42"/>
          <p:cNvSpPr txBox="1">
            <a:spLocks noGrp="1"/>
          </p:cNvSpPr>
          <p:nvPr>
            <p:ph idx="1"/>
          </p:nvPr>
        </p:nvSpPr>
        <p:spPr>
          <a:xfrm>
            <a:off x="1981200" y="1600200"/>
            <a:ext cx="8228012" cy="4572000"/>
          </a:xfrm>
          <a:prstGeom prst="rect">
            <a:avLst/>
          </a:prstGeom>
          <a:noFill/>
          <a:ln>
            <a:noFill/>
          </a:ln>
        </p:spPr>
        <p:txBody>
          <a:bodyPr spcFirstLastPara="1" vert="horz" wrap="square" lIns="82925" tIns="41450" rIns="82925" bIns="41450" rtlCol="0" anchor="t" anchorCtr="0">
            <a:noAutofit/>
          </a:bodyPr>
          <a:lstStyle/>
          <a:p>
            <a:pPr marL="319087" indent="-319087">
              <a:lnSpc>
                <a:spcPct val="100000"/>
              </a:lnSpc>
              <a:spcBef>
                <a:spcPts val="0"/>
              </a:spcBef>
              <a:buClr>
                <a:schemeClr val="accent2"/>
              </a:buClr>
              <a:buSzPts val="1740"/>
              <a:buFont typeface="Noto Sans Symbols"/>
              <a:buChar char="◻"/>
            </a:pPr>
            <a:r>
              <a:rPr lang="en-US" sz="2900">
                <a:solidFill>
                  <a:schemeClr val="dk1"/>
                </a:solidFill>
                <a:latin typeface="Twentieth Century"/>
                <a:ea typeface="Twentieth Century"/>
                <a:cs typeface="Twentieth Century"/>
                <a:sym typeface="Twentieth Century"/>
              </a:rPr>
              <a:t>AI seeks to understand the working of the mind in mechanistic terms, just as medicine seeks to understand the working of the body in mechanistic terms. </a:t>
            </a:r>
            <a:endParaRPr/>
          </a:p>
          <a:p>
            <a:pPr marL="319087" indent="-319087">
              <a:lnSpc>
                <a:spcPct val="100000"/>
              </a:lnSpc>
              <a:spcBef>
                <a:spcPts val="700"/>
              </a:spcBef>
              <a:buClr>
                <a:schemeClr val="accent2"/>
              </a:buClr>
              <a:buSzPts val="1740"/>
              <a:buFont typeface="Noto Sans Symbols"/>
              <a:buChar char="◻"/>
            </a:pPr>
            <a:r>
              <a:rPr lang="en-US" sz="2900">
                <a:solidFill>
                  <a:schemeClr val="dk1"/>
                </a:solidFill>
                <a:latin typeface="Twentieth Century"/>
                <a:ea typeface="Twentieth Century"/>
                <a:cs typeface="Twentieth Century"/>
                <a:sym typeface="Twentieth Century"/>
              </a:rPr>
              <a:t>The mind is what the brain does. </a:t>
            </a:r>
            <a:br>
              <a:rPr lang="en-US" sz="2900">
                <a:solidFill>
                  <a:schemeClr val="dk1"/>
                </a:solidFill>
                <a:latin typeface="Twentieth Century"/>
                <a:ea typeface="Twentieth Century"/>
                <a:cs typeface="Twentieth Century"/>
                <a:sym typeface="Twentieth Century"/>
              </a:rPr>
            </a:br>
            <a:r>
              <a:rPr lang="en-US" sz="2900">
                <a:solidFill>
                  <a:schemeClr val="dk1"/>
                </a:solidFill>
                <a:latin typeface="Twentieth Century"/>
                <a:ea typeface="Twentieth Century"/>
                <a:cs typeface="Twentieth Century"/>
                <a:sym typeface="Twentieth Century"/>
              </a:rPr>
              <a:t>         -- Marvin Minsky </a:t>
            </a:r>
            <a:endParaRPr/>
          </a:p>
          <a:p>
            <a:pPr marL="319087" indent="-319087">
              <a:lnSpc>
                <a:spcPct val="100000"/>
              </a:lnSpc>
              <a:spcBef>
                <a:spcPts val="700"/>
              </a:spcBef>
              <a:buClr>
                <a:schemeClr val="accent2"/>
              </a:buClr>
              <a:buSzPts val="1740"/>
              <a:buFont typeface="Noto Sans Symbols"/>
              <a:buChar char="◻"/>
            </a:pPr>
            <a:r>
              <a:rPr lang="en-US" sz="2900">
                <a:solidFill>
                  <a:schemeClr val="dk1"/>
                </a:solidFill>
                <a:latin typeface="Twentieth Century"/>
                <a:ea typeface="Twentieth Century"/>
                <a:cs typeface="Twentieth Century"/>
                <a:sym typeface="Twentieth Century"/>
              </a:rPr>
              <a:t>The </a:t>
            </a:r>
            <a:r>
              <a:rPr lang="en-US" sz="2900" i="1">
                <a:solidFill>
                  <a:schemeClr val="dk1"/>
                </a:solidFill>
                <a:latin typeface="Times"/>
                <a:ea typeface="Times"/>
                <a:cs typeface="Times"/>
                <a:sym typeface="Times"/>
              </a:rPr>
              <a:t>strong AI</a:t>
            </a:r>
            <a:r>
              <a:rPr lang="en-US" sz="2900">
                <a:solidFill>
                  <a:schemeClr val="dk1"/>
                </a:solidFill>
                <a:latin typeface="Twentieth Century"/>
                <a:ea typeface="Twentieth Century"/>
                <a:cs typeface="Twentieth Century"/>
                <a:sym typeface="Twentieth Century"/>
              </a:rPr>
              <a:t> position is that any aspect of human intelligence could, in principle, be mechanized</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43"/>
          <p:cNvSpPr txBox="1"/>
          <p:nvPr/>
        </p:nvSpPr>
        <p:spPr>
          <a:xfrm>
            <a:off x="1524000" y="1271588"/>
            <a:ext cx="533400" cy="244475"/>
          </a:xfrm>
          <a:prstGeom prst="rect">
            <a:avLst/>
          </a:prstGeom>
          <a:noFill/>
          <a:ln>
            <a:noFill/>
          </a:ln>
        </p:spPr>
        <p:txBody>
          <a:bodyPr spcFirstLastPara="1" wrap="square" lIns="91425" tIns="45700" rIns="91425" bIns="45700" anchor="ctr" anchorCtr="0">
            <a:noAutofit/>
          </a:bodyPr>
          <a:lstStyle/>
          <a:p>
            <a:endParaRPr sz="1800">
              <a:solidFill>
                <a:schemeClr val="dk1"/>
              </a:solidFill>
            </a:endParaRPr>
          </a:p>
        </p:txBody>
      </p:sp>
      <p:sp>
        <p:nvSpPr>
          <p:cNvPr id="297" name="Google Shape;297;p43"/>
          <p:cNvSpPr txBox="1">
            <a:spLocks noGrp="1"/>
          </p:cNvSpPr>
          <p:nvPr>
            <p:ph type="title"/>
          </p:nvPr>
        </p:nvSpPr>
        <p:spPr>
          <a:xfrm>
            <a:off x="1981200" y="457200"/>
            <a:ext cx="8229600" cy="762000"/>
          </a:xfrm>
          <a:prstGeom prst="rect">
            <a:avLst/>
          </a:prstGeom>
          <a:noFill/>
          <a:ln>
            <a:noFill/>
          </a:ln>
        </p:spPr>
        <p:txBody>
          <a:bodyPr spcFirstLastPara="1" vert="horz" wrap="square" lIns="91425" tIns="45700" rIns="91425" bIns="45700" rtlCol="0" anchor="ctr" anchorCtr="0">
            <a:noAutofit/>
          </a:bodyPr>
          <a:lstStyle/>
          <a:p>
            <a:pPr>
              <a:lnSpc>
                <a:spcPct val="100000"/>
              </a:lnSpc>
              <a:spcBef>
                <a:spcPts val="0"/>
              </a:spcBef>
              <a:buClr>
                <a:schemeClr val="dk2"/>
              </a:buClr>
              <a:buSzPts val="4400"/>
            </a:pPr>
            <a:r>
              <a:rPr lang="en-US" sz="4400">
                <a:solidFill>
                  <a:schemeClr val="dk2"/>
                </a:solidFill>
                <a:latin typeface="Twentieth Century"/>
                <a:ea typeface="Twentieth Century"/>
                <a:cs typeface="Twentieth Century"/>
                <a:sym typeface="Twentieth Century"/>
              </a:rPr>
              <a:t>The Turing Test</a:t>
            </a:r>
            <a:endParaRPr/>
          </a:p>
        </p:txBody>
      </p:sp>
      <p:pic>
        <p:nvPicPr>
          <p:cNvPr id="298" name="Google Shape;298;p43"/>
          <p:cNvPicPr preferRelativeResize="0">
            <a:picLocks noGrp="1"/>
          </p:cNvPicPr>
          <p:nvPr>
            <p:ph idx="1"/>
          </p:nvPr>
        </p:nvPicPr>
        <p:blipFill rotWithShape="1">
          <a:blip r:embed="rId3">
            <a:alphaModFix/>
          </a:blip>
          <a:srcRect/>
          <a:stretch/>
        </p:blipFill>
        <p:spPr>
          <a:xfrm>
            <a:off x="1981200" y="1447800"/>
            <a:ext cx="5257800" cy="3962400"/>
          </a:xfrm>
          <a:prstGeom prst="rect">
            <a:avLst/>
          </a:prstGeom>
          <a:noFill/>
          <a:ln>
            <a:noFill/>
          </a:ln>
        </p:spPr>
      </p:pic>
      <p:sp>
        <p:nvSpPr>
          <p:cNvPr id="299" name="Google Shape;299;p43"/>
          <p:cNvSpPr txBox="1"/>
          <p:nvPr/>
        </p:nvSpPr>
        <p:spPr>
          <a:xfrm>
            <a:off x="2209800" y="5486400"/>
            <a:ext cx="8153400" cy="830956"/>
          </a:xfrm>
          <a:prstGeom prst="rect">
            <a:avLst/>
          </a:prstGeom>
          <a:noFill/>
          <a:ln>
            <a:noFill/>
          </a:ln>
        </p:spPr>
        <p:txBody>
          <a:bodyPr spcFirstLastPara="1" wrap="square" lIns="91425" tIns="45700" rIns="91425" bIns="45700" anchor="t" anchorCtr="0">
            <a:spAutoFit/>
          </a:bodyPr>
          <a:lstStyle/>
          <a:p>
            <a:pPr>
              <a:buClr>
                <a:schemeClr val="dk1"/>
              </a:buClr>
              <a:buSzPts val="2400"/>
            </a:pPr>
            <a:r>
              <a:rPr lang="en-US" sz="2400">
                <a:solidFill>
                  <a:schemeClr val="dk1"/>
                </a:solidFill>
                <a:latin typeface="Times New Roman"/>
                <a:ea typeface="Times New Roman"/>
                <a:cs typeface="Times New Roman"/>
                <a:sym typeface="Times New Roman"/>
              </a:rPr>
              <a:t>If the interrogator cannot distinguish the machine from the human, then the machine may be assumed to be intelligent.</a:t>
            </a:r>
            <a:endParaRPr/>
          </a:p>
        </p:txBody>
      </p:sp>
      <p:sp>
        <p:nvSpPr>
          <p:cNvPr id="300" name="Google Shape;300;p43"/>
          <p:cNvSpPr txBox="1"/>
          <p:nvPr/>
        </p:nvSpPr>
        <p:spPr>
          <a:xfrm>
            <a:off x="7391400" y="1447800"/>
            <a:ext cx="3048000" cy="3560762"/>
          </a:xfrm>
          <a:prstGeom prst="rect">
            <a:avLst/>
          </a:prstGeom>
          <a:noFill/>
          <a:ln>
            <a:noFill/>
          </a:ln>
        </p:spPr>
        <p:txBody>
          <a:bodyPr spcFirstLastPara="1" wrap="square" lIns="91425" tIns="45700" rIns="91425" bIns="45700" anchor="t" anchorCtr="0">
            <a:spAutoFit/>
          </a:bodyPr>
          <a:lstStyle/>
          <a:p>
            <a:pPr>
              <a:buClr>
                <a:schemeClr val="dk1"/>
              </a:buClr>
              <a:buSzPts val="2400"/>
            </a:pPr>
            <a:r>
              <a:rPr lang="en-US" sz="2400">
                <a:solidFill>
                  <a:schemeClr val="dk1"/>
                </a:solidFill>
                <a:latin typeface="Times New Roman"/>
                <a:ea typeface="Times New Roman"/>
                <a:cs typeface="Times New Roman"/>
                <a:sym typeface="Times New Roman"/>
              </a:rPr>
              <a:t>The interrogator </a:t>
            </a:r>
            <a:endParaRPr/>
          </a:p>
          <a:p>
            <a:pPr indent="-152400">
              <a:spcBef>
                <a:spcPts val="1200"/>
              </a:spcBef>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cannot see and speak to either</a:t>
            </a:r>
            <a:endParaRPr/>
          </a:p>
          <a:p>
            <a:pPr indent="-152400">
              <a:spcBef>
                <a:spcPts val="1200"/>
              </a:spcBef>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 does not know which is actually machine</a:t>
            </a:r>
            <a:endParaRPr/>
          </a:p>
          <a:p>
            <a:pPr indent="-152400">
              <a:spcBef>
                <a:spcPts val="1200"/>
              </a:spcBef>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May communicate with them solely by textual device</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44"/>
          <p:cNvSpPr txBox="1">
            <a:spLocks noGrp="1"/>
          </p:cNvSpPr>
          <p:nvPr>
            <p:ph type="title"/>
          </p:nvPr>
        </p:nvSpPr>
        <p:spPr>
          <a:prstGeom prst="rect">
            <a:avLst/>
          </a:prstGeom>
          <a:noFill/>
          <a:ln>
            <a:noFill/>
          </a:ln>
        </p:spPr>
        <p:txBody>
          <a:bodyPr spcFirstLastPara="1" vert="horz" wrap="square" lIns="91425" tIns="45700" rIns="91425" bIns="45700" rtlCol="0" anchor="ctr" anchorCtr="0">
            <a:noAutofit/>
          </a:bodyPr>
          <a:lstStyle/>
          <a:p>
            <a:pPr>
              <a:lnSpc>
                <a:spcPct val="100000"/>
              </a:lnSpc>
              <a:spcBef>
                <a:spcPts val="0"/>
              </a:spcBef>
              <a:buClr>
                <a:schemeClr val="dk1"/>
              </a:buClr>
              <a:buSzPts val="4400"/>
            </a:pPr>
            <a:r>
              <a:rPr lang="en-US" sz="4400">
                <a:solidFill>
                  <a:schemeClr val="dk1"/>
                </a:solidFill>
                <a:latin typeface="Twentieth Century"/>
                <a:ea typeface="Twentieth Century"/>
                <a:cs typeface="Twentieth Century"/>
                <a:sym typeface="Twentieth Century"/>
              </a:rPr>
              <a:t>Acting Like Humans?</a:t>
            </a:r>
            <a:endParaRPr/>
          </a:p>
        </p:txBody>
      </p:sp>
      <p:sp>
        <p:nvSpPr>
          <p:cNvPr id="307" name="Google Shape;307;p44"/>
          <p:cNvSpPr txBox="1">
            <a:spLocks noGrp="1"/>
          </p:cNvSpPr>
          <p:nvPr>
            <p:ph idx="1"/>
          </p:nvPr>
        </p:nvSpPr>
        <p:spPr>
          <a:xfrm>
            <a:off x="1436913" y="1600200"/>
            <a:ext cx="9557657" cy="5029200"/>
          </a:xfrm>
          <a:prstGeom prst="rect">
            <a:avLst/>
          </a:prstGeom>
          <a:noFill/>
          <a:ln>
            <a:noFill/>
          </a:ln>
        </p:spPr>
        <p:txBody>
          <a:bodyPr spcFirstLastPara="1" vert="horz" wrap="square" lIns="91425" tIns="45700" rIns="91425" bIns="45700" rtlCol="0" anchor="t" anchorCtr="0">
            <a:noAutofit/>
          </a:bodyPr>
          <a:lstStyle/>
          <a:p>
            <a:pPr marL="319087" indent="-319087">
              <a:lnSpc>
                <a:spcPct val="80000"/>
              </a:lnSpc>
              <a:spcBef>
                <a:spcPts val="0"/>
              </a:spcBef>
              <a:buClr>
                <a:schemeClr val="accent2"/>
              </a:buClr>
              <a:buSzPts val="1200"/>
              <a:buFont typeface="Noto Sans Symbols"/>
              <a:buChar char="◻"/>
            </a:pPr>
            <a:r>
              <a:rPr lang="en-US" sz="2000" dirty="0">
                <a:solidFill>
                  <a:schemeClr val="dk1"/>
                </a:solidFill>
                <a:latin typeface="Twentieth Century"/>
                <a:ea typeface="Twentieth Century"/>
                <a:cs typeface="Twentieth Century"/>
                <a:sym typeface="Twentieth Century"/>
              </a:rPr>
              <a:t>Turing (1950) ``Computing machinery and intelligence''</a:t>
            </a:r>
            <a:endParaRPr dirty="0"/>
          </a:p>
          <a:p>
            <a:pPr marL="639762" lvl="1" indent="-273049">
              <a:lnSpc>
                <a:spcPct val="80000"/>
              </a:lnSpc>
              <a:spcBef>
                <a:spcPts val="500"/>
              </a:spcBef>
              <a:buClr>
                <a:schemeClr val="accent1"/>
              </a:buClr>
              <a:buSzPts val="1260"/>
              <a:buFont typeface="Noto Sans Symbols"/>
              <a:buChar char="🞑"/>
            </a:pPr>
            <a:r>
              <a:rPr lang="en-US" b="1" dirty="0">
                <a:solidFill>
                  <a:srgbClr val="FF0000"/>
                </a:solidFill>
                <a:latin typeface="Twentieth Century"/>
                <a:ea typeface="Twentieth Century"/>
                <a:cs typeface="Twentieth Century"/>
                <a:sym typeface="Twentieth Century"/>
              </a:rPr>
              <a:t>``Can machines think?'' </a:t>
            </a:r>
            <a:r>
              <a:rPr lang="en-US" dirty="0">
                <a:solidFill>
                  <a:schemeClr val="dk1"/>
                </a:solidFill>
                <a:latin typeface="Twentieth Century"/>
                <a:ea typeface="Twentieth Century"/>
                <a:cs typeface="Twentieth Century"/>
                <a:sym typeface="Twentieth Century"/>
              </a:rPr>
              <a:t>→ ``Can machines behave intelligently?''</a:t>
            </a:r>
            <a:endParaRPr dirty="0"/>
          </a:p>
          <a:p>
            <a:pPr marL="639762" lvl="1" indent="-273049">
              <a:lnSpc>
                <a:spcPct val="80000"/>
              </a:lnSpc>
              <a:spcBef>
                <a:spcPts val="500"/>
              </a:spcBef>
              <a:buClr>
                <a:schemeClr val="accent1"/>
              </a:buClr>
              <a:buSzPts val="1260"/>
              <a:buFont typeface="Noto Sans Symbols"/>
              <a:buChar char="🞑"/>
            </a:pPr>
            <a:r>
              <a:rPr lang="en-US" dirty="0">
                <a:solidFill>
                  <a:schemeClr val="dk1"/>
                </a:solidFill>
                <a:latin typeface="Twentieth Century"/>
                <a:ea typeface="Twentieth Century"/>
                <a:cs typeface="Twentieth Century"/>
                <a:sym typeface="Twentieth Century"/>
              </a:rPr>
              <a:t>Operational test for intelligent behavior: the </a:t>
            </a:r>
            <a:r>
              <a:rPr lang="en-US" i="1" dirty="0">
                <a:solidFill>
                  <a:schemeClr val="dk1"/>
                </a:solidFill>
                <a:latin typeface="Twentieth Century"/>
                <a:ea typeface="Twentieth Century"/>
                <a:cs typeface="Twentieth Century"/>
                <a:sym typeface="Twentieth Century"/>
              </a:rPr>
              <a:t>Imitation Game</a:t>
            </a:r>
            <a:endParaRPr dirty="0"/>
          </a:p>
          <a:p>
            <a:pPr marL="319087" indent="-242887">
              <a:lnSpc>
                <a:spcPct val="80000"/>
              </a:lnSpc>
              <a:spcBef>
                <a:spcPts val="700"/>
              </a:spcBef>
              <a:buClr>
                <a:schemeClr val="accent2"/>
              </a:buClr>
              <a:buSzPts val="1200"/>
              <a:buNone/>
            </a:pPr>
            <a:endParaRPr sz="2000" i="1" dirty="0">
              <a:solidFill>
                <a:schemeClr val="dk1"/>
              </a:solidFill>
              <a:latin typeface="Twentieth Century"/>
              <a:ea typeface="Twentieth Century"/>
              <a:cs typeface="Twentieth Century"/>
              <a:sym typeface="Twentieth Century"/>
            </a:endParaRPr>
          </a:p>
          <a:p>
            <a:pPr marL="319087" indent="-242887">
              <a:lnSpc>
                <a:spcPct val="80000"/>
              </a:lnSpc>
              <a:spcBef>
                <a:spcPts val="700"/>
              </a:spcBef>
              <a:buClr>
                <a:schemeClr val="accent2"/>
              </a:buClr>
              <a:buSzPts val="1200"/>
              <a:buNone/>
            </a:pPr>
            <a:endParaRPr sz="2000" dirty="0">
              <a:solidFill>
                <a:schemeClr val="dk1"/>
              </a:solidFill>
              <a:latin typeface="Twentieth Century"/>
              <a:ea typeface="Twentieth Century"/>
              <a:cs typeface="Twentieth Century"/>
              <a:sym typeface="Twentieth Century"/>
            </a:endParaRPr>
          </a:p>
          <a:p>
            <a:pPr marL="319087" indent="-242887">
              <a:lnSpc>
                <a:spcPct val="80000"/>
              </a:lnSpc>
              <a:spcBef>
                <a:spcPts val="700"/>
              </a:spcBef>
              <a:buClr>
                <a:schemeClr val="accent2"/>
              </a:buClr>
              <a:buSzPts val="1200"/>
              <a:buNone/>
            </a:pPr>
            <a:endParaRPr sz="2000" dirty="0">
              <a:solidFill>
                <a:schemeClr val="dk1"/>
              </a:solidFill>
              <a:latin typeface="Twentieth Century"/>
              <a:ea typeface="Twentieth Century"/>
              <a:cs typeface="Twentieth Century"/>
              <a:sym typeface="Twentieth Century"/>
            </a:endParaRPr>
          </a:p>
          <a:p>
            <a:pPr marL="319087" indent="-242887">
              <a:lnSpc>
                <a:spcPct val="80000"/>
              </a:lnSpc>
              <a:spcBef>
                <a:spcPts val="700"/>
              </a:spcBef>
              <a:buClr>
                <a:schemeClr val="accent2"/>
              </a:buClr>
              <a:buSzPts val="1200"/>
              <a:buNone/>
            </a:pPr>
            <a:endParaRPr sz="2000" dirty="0">
              <a:solidFill>
                <a:schemeClr val="dk1"/>
              </a:solidFill>
              <a:latin typeface="Twentieth Century"/>
              <a:ea typeface="Twentieth Century"/>
              <a:cs typeface="Twentieth Century"/>
              <a:sym typeface="Twentieth Century"/>
            </a:endParaRPr>
          </a:p>
          <a:p>
            <a:pPr marL="319087" indent="-242887">
              <a:lnSpc>
                <a:spcPct val="80000"/>
              </a:lnSpc>
              <a:spcBef>
                <a:spcPts val="700"/>
              </a:spcBef>
              <a:buClr>
                <a:schemeClr val="accent2"/>
              </a:buClr>
              <a:buSzPts val="1200"/>
              <a:buNone/>
            </a:pPr>
            <a:endParaRPr sz="2000" dirty="0">
              <a:solidFill>
                <a:schemeClr val="dk1"/>
              </a:solidFill>
              <a:latin typeface="Twentieth Century"/>
              <a:ea typeface="Twentieth Century"/>
              <a:cs typeface="Twentieth Century"/>
              <a:sym typeface="Twentieth Century"/>
            </a:endParaRPr>
          </a:p>
          <a:p>
            <a:pPr marL="319087" indent="-242887">
              <a:lnSpc>
                <a:spcPct val="80000"/>
              </a:lnSpc>
              <a:spcBef>
                <a:spcPts val="700"/>
              </a:spcBef>
              <a:buClr>
                <a:schemeClr val="accent2"/>
              </a:buClr>
              <a:buSzPts val="1200"/>
              <a:buNone/>
            </a:pPr>
            <a:endParaRPr sz="2000" dirty="0">
              <a:solidFill>
                <a:schemeClr val="dk1"/>
              </a:solidFill>
              <a:latin typeface="Twentieth Century"/>
              <a:ea typeface="Twentieth Century"/>
              <a:cs typeface="Twentieth Century"/>
              <a:sym typeface="Twentieth Century"/>
            </a:endParaRPr>
          </a:p>
          <a:p>
            <a:pPr marL="319087" indent="-242887">
              <a:lnSpc>
                <a:spcPct val="80000"/>
              </a:lnSpc>
              <a:spcBef>
                <a:spcPts val="700"/>
              </a:spcBef>
              <a:buClr>
                <a:schemeClr val="accent2"/>
              </a:buClr>
              <a:buSzPts val="1200"/>
              <a:buNone/>
            </a:pPr>
            <a:endParaRPr sz="2000" dirty="0">
              <a:solidFill>
                <a:schemeClr val="dk1"/>
              </a:solidFill>
              <a:latin typeface="Twentieth Century"/>
              <a:ea typeface="Twentieth Century"/>
              <a:cs typeface="Twentieth Century"/>
              <a:sym typeface="Twentieth Century"/>
            </a:endParaRPr>
          </a:p>
          <a:p>
            <a:pPr marL="319087" indent="-242887">
              <a:lnSpc>
                <a:spcPct val="80000"/>
              </a:lnSpc>
              <a:spcBef>
                <a:spcPts val="700"/>
              </a:spcBef>
              <a:buClr>
                <a:schemeClr val="accent2"/>
              </a:buClr>
              <a:buSzPts val="1200"/>
              <a:buNone/>
            </a:pPr>
            <a:endParaRPr sz="2000" dirty="0">
              <a:solidFill>
                <a:schemeClr val="dk1"/>
              </a:solidFill>
              <a:latin typeface="Twentieth Century"/>
              <a:ea typeface="Twentieth Century"/>
              <a:cs typeface="Twentieth Century"/>
              <a:sym typeface="Twentieth Century"/>
            </a:endParaRPr>
          </a:p>
          <a:p>
            <a:pPr marL="639762" lvl="1" indent="-273049">
              <a:lnSpc>
                <a:spcPct val="80000"/>
              </a:lnSpc>
              <a:spcBef>
                <a:spcPts val="500"/>
              </a:spcBef>
              <a:buClr>
                <a:schemeClr val="accent1"/>
              </a:buClr>
              <a:buSzPts val="1260"/>
              <a:buFont typeface="Noto Sans Symbols"/>
              <a:buChar char="🞑"/>
            </a:pPr>
            <a:r>
              <a:rPr lang="en-US" dirty="0">
                <a:solidFill>
                  <a:schemeClr val="dk1"/>
                </a:solidFill>
                <a:latin typeface="Twentieth Century"/>
                <a:ea typeface="Twentieth Century"/>
                <a:cs typeface="Twentieth Century"/>
                <a:sym typeface="Twentieth Century"/>
              </a:rPr>
              <a:t>Predicted by 2000, a 30% chance of fooling a lay person for 5 minutes</a:t>
            </a:r>
            <a:endParaRPr dirty="0"/>
          </a:p>
          <a:p>
            <a:pPr marL="639762" lvl="1" indent="-273049">
              <a:lnSpc>
                <a:spcPct val="80000"/>
              </a:lnSpc>
              <a:spcBef>
                <a:spcPts val="500"/>
              </a:spcBef>
              <a:buClr>
                <a:schemeClr val="accent1"/>
              </a:buClr>
              <a:buSzPts val="1260"/>
              <a:buFont typeface="Noto Sans Symbols"/>
              <a:buChar char="🞑"/>
            </a:pPr>
            <a:r>
              <a:rPr lang="en-US" dirty="0">
                <a:solidFill>
                  <a:schemeClr val="dk1"/>
                </a:solidFill>
                <a:latin typeface="Twentieth Century"/>
                <a:ea typeface="Twentieth Century"/>
                <a:cs typeface="Twentieth Century"/>
                <a:sym typeface="Twentieth Century"/>
              </a:rPr>
              <a:t>Anticipated all major arguments against AI in following 50 years</a:t>
            </a:r>
            <a:endParaRPr dirty="0"/>
          </a:p>
          <a:p>
            <a:pPr marL="639762" lvl="1" indent="-273049">
              <a:lnSpc>
                <a:spcPct val="80000"/>
              </a:lnSpc>
              <a:spcBef>
                <a:spcPts val="500"/>
              </a:spcBef>
              <a:buClr>
                <a:schemeClr val="accent1"/>
              </a:buClr>
              <a:buSzPts val="1260"/>
              <a:buFont typeface="Noto Sans Symbols"/>
              <a:buChar char="🞑"/>
            </a:pPr>
            <a:r>
              <a:rPr lang="en-US" dirty="0">
                <a:solidFill>
                  <a:schemeClr val="dk1"/>
                </a:solidFill>
                <a:latin typeface="Twentieth Century"/>
                <a:ea typeface="Twentieth Century"/>
                <a:cs typeface="Twentieth Century"/>
                <a:sym typeface="Twentieth Century"/>
              </a:rPr>
              <a:t>Suggested major components of AI: knowledge, reasoning, language understanding, learning</a:t>
            </a:r>
            <a:endParaRPr dirty="0"/>
          </a:p>
        </p:txBody>
      </p:sp>
      <p:pic>
        <p:nvPicPr>
          <p:cNvPr id="308" name="Google Shape;308;p44"/>
          <p:cNvPicPr preferRelativeResize="0"/>
          <p:nvPr/>
        </p:nvPicPr>
        <p:blipFill rotWithShape="1">
          <a:blip r:embed="rId3">
            <a:alphaModFix/>
          </a:blip>
          <a:srcRect/>
          <a:stretch/>
        </p:blipFill>
        <p:spPr>
          <a:xfrm>
            <a:off x="3984173" y="3176587"/>
            <a:ext cx="5278437" cy="1862137"/>
          </a:xfrm>
          <a:prstGeom prst="rect">
            <a:avLst/>
          </a:prstGeom>
          <a:noFill/>
          <a:ln>
            <a:noFill/>
          </a:ln>
        </p:spPr>
      </p:pic>
      <p:pic>
        <p:nvPicPr>
          <p:cNvPr id="309" name="Google Shape;309;p44" descr="turing"/>
          <p:cNvPicPr preferRelativeResize="0"/>
          <p:nvPr/>
        </p:nvPicPr>
        <p:blipFill rotWithShape="1">
          <a:blip r:embed="rId4">
            <a:alphaModFix/>
          </a:blip>
          <a:srcRect/>
          <a:stretch/>
        </p:blipFill>
        <p:spPr>
          <a:xfrm>
            <a:off x="90487" y="3176587"/>
            <a:ext cx="1495425" cy="18764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45"/>
          <p:cNvSpPr txBox="1">
            <a:spLocks noGrp="1"/>
          </p:cNvSpPr>
          <p:nvPr>
            <p:ph type="title"/>
          </p:nvPr>
        </p:nvSpPr>
        <p:spPr>
          <a:xfrm>
            <a:off x="2514600" y="-304800"/>
            <a:ext cx="7772400" cy="1600200"/>
          </a:xfrm>
          <a:prstGeom prst="rect">
            <a:avLst/>
          </a:prstGeom>
          <a:noFill/>
          <a:ln>
            <a:noFill/>
          </a:ln>
        </p:spPr>
        <p:txBody>
          <a:bodyPr spcFirstLastPara="1" vert="horz" wrap="square" lIns="91425" tIns="45700" rIns="91425" bIns="45700" rtlCol="0" anchor="ctr" anchorCtr="0">
            <a:noAutofit/>
          </a:bodyPr>
          <a:lstStyle/>
          <a:p>
            <a:pPr>
              <a:lnSpc>
                <a:spcPct val="100000"/>
              </a:lnSpc>
              <a:spcBef>
                <a:spcPts val="0"/>
              </a:spcBef>
              <a:buClr>
                <a:schemeClr val="dk2"/>
              </a:buClr>
              <a:buSzPts val="4400"/>
            </a:pPr>
            <a:r>
              <a:rPr lang="en-US" sz="4400">
                <a:solidFill>
                  <a:schemeClr val="dk2"/>
                </a:solidFill>
                <a:latin typeface="Twentieth Century"/>
                <a:ea typeface="Twentieth Century"/>
                <a:cs typeface="Twentieth Century"/>
                <a:sym typeface="Twentieth Century"/>
              </a:rPr>
              <a:t>Imaging the Brain</a:t>
            </a:r>
            <a:endParaRPr/>
          </a:p>
        </p:txBody>
      </p:sp>
      <p:pic>
        <p:nvPicPr>
          <p:cNvPr id="316" name="Google Shape;316;p45" descr="brain-pet"/>
          <p:cNvPicPr preferRelativeResize="0"/>
          <p:nvPr/>
        </p:nvPicPr>
        <p:blipFill rotWithShape="1">
          <a:blip r:embed="rId3">
            <a:alphaModFix/>
          </a:blip>
          <a:srcRect/>
          <a:stretch/>
        </p:blipFill>
        <p:spPr>
          <a:xfrm>
            <a:off x="2438400" y="838201"/>
            <a:ext cx="7467600" cy="56927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46"/>
          <p:cNvSpPr txBox="1">
            <a:spLocks noGrp="1"/>
          </p:cNvSpPr>
          <p:nvPr>
            <p:ph type="title"/>
          </p:nvPr>
        </p:nvSpPr>
        <p:spPr>
          <a:prstGeom prst="rect">
            <a:avLst/>
          </a:prstGeom>
          <a:noFill/>
          <a:ln>
            <a:noFill/>
          </a:ln>
        </p:spPr>
        <p:txBody>
          <a:bodyPr spcFirstLastPara="1" vert="horz" wrap="square" lIns="91425" tIns="45700" rIns="91425" bIns="45700" rtlCol="0" anchor="ctr" anchorCtr="0">
            <a:noAutofit/>
          </a:bodyPr>
          <a:lstStyle/>
          <a:p>
            <a:pPr>
              <a:lnSpc>
                <a:spcPct val="100000"/>
              </a:lnSpc>
              <a:spcBef>
                <a:spcPts val="0"/>
              </a:spcBef>
              <a:buClr>
                <a:schemeClr val="dk2"/>
              </a:buClr>
              <a:buSzPts val="4400"/>
            </a:pPr>
            <a:r>
              <a:rPr lang="en-US" sz="4400">
                <a:solidFill>
                  <a:schemeClr val="dk2"/>
                </a:solidFill>
                <a:latin typeface="Twentieth Century"/>
                <a:ea typeface="Twentieth Century"/>
                <a:cs typeface="Twentieth Century"/>
                <a:sym typeface="Twentieth Century"/>
              </a:rPr>
              <a:t>Questions</a:t>
            </a:r>
            <a:endParaRPr/>
          </a:p>
        </p:txBody>
      </p:sp>
      <p:sp>
        <p:nvSpPr>
          <p:cNvPr id="322" name="Google Shape;322;p46"/>
          <p:cNvSpPr txBox="1">
            <a:spLocks noGrp="1"/>
          </p:cNvSpPr>
          <p:nvPr>
            <p:ph idx="1"/>
          </p:nvPr>
        </p:nvSpPr>
        <p:spPr>
          <a:prstGeom prst="rect">
            <a:avLst/>
          </a:prstGeom>
          <a:noFill/>
          <a:ln>
            <a:noFill/>
          </a:ln>
        </p:spPr>
        <p:txBody>
          <a:bodyPr spcFirstLastPara="1" vert="horz" wrap="square" lIns="91425" tIns="45700" rIns="91425" bIns="45700" rtlCol="0" anchor="t" anchorCtr="0">
            <a:noAutofit/>
          </a:bodyPr>
          <a:lstStyle/>
          <a:p>
            <a:pPr marL="319087" indent="-319087">
              <a:lnSpc>
                <a:spcPct val="100000"/>
              </a:lnSpc>
              <a:spcBef>
                <a:spcPts val="0"/>
              </a:spcBef>
              <a:buClr>
                <a:schemeClr val="accent2"/>
              </a:buClr>
              <a:buSzPts val="1740"/>
              <a:buFont typeface="Noto Sans Symbols"/>
              <a:buChar char="◻"/>
            </a:pPr>
            <a:r>
              <a:rPr lang="en-US" sz="2900">
                <a:solidFill>
                  <a:schemeClr val="dk1"/>
                </a:solidFill>
                <a:latin typeface="Twentieth Century"/>
                <a:ea typeface="Twentieth Century"/>
                <a:cs typeface="Twentieth Century"/>
                <a:sym typeface="Twentieth Century"/>
              </a:rPr>
              <a:t>What is Intelligence?</a:t>
            </a:r>
            <a:endParaRPr/>
          </a:p>
          <a:p>
            <a:pPr marL="639762" lvl="1" indent="-273049">
              <a:lnSpc>
                <a:spcPct val="100000"/>
              </a:lnSpc>
              <a:spcBef>
                <a:spcPts val="500"/>
              </a:spcBef>
              <a:buClr>
                <a:schemeClr val="accent1"/>
              </a:buClr>
              <a:buSzPts val="1820"/>
              <a:buFont typeface="Noto Sans Symbols"/>
              <a:buChar char="🞑"/>
            </a:pPr>
            <a:r>
              <a:rPr lang="en-US" sz="2600">
                <a:solidFill>
                  <a:schemeClr val="dk1"/>
                </a:solidFill>
                <a:latin typeface="Twentieth Century"/>
                <a:ea typeface="Twentieth Century"/>
                <a:cs typeface="Twentieth Century"/>
                <a:sym typeface="Twentieth Century"/>
              </a:rPr>
              <a:t>What is thinking?</a:t>
            </a:r>
            <a:endParaRPr/>
          </a:p>
          <a:p>
            <a:pPr marL="319087" indent="-319087">
              <a:lnSpc>
                <a:spcPct val="100000"/>
              </a:lnSpc>
              <a:spcBef>
                <a:spcPts val="700"/>
              </a:spcBef>
              <a:buClr>
                <a:schemeClr val="accent2"/>
              </a:buClr>
              <a:buSzPts val="1740"/>
              <a:buFont typeface="Noto Sans Symbols"/>
              <a:buChar char="◻"/>
            </a:pPr>
            <a:r>
              <a:rPr lang="en-US" sz="2900">
                <a:solidFill>
                  <a:schemeClr val="dk1"/>
                </a:solidFill>
                <a:latin typeface="Twentieth Century"/>
                <a:ea typeface="Twentieth Century"/>
                <a:cs typeface="Twentieth Century"/>
                <a:sym typeface="Twentieth Century"/>
              </a:rPr>
              <a:t>What is machine?</a:t>
            </a:r>
            <a:endParaRPr/>
          </a:p>
          <a:p>
            <a:pPr marL="639762" lvl="1" indent="-273049">
              <a:lnSpc>
                <a:spcPct val="100000"/>
              </a:lnSpc>
              <a:spcBef>
                <a:spcPts val="500"/>
              </a:spcBef>
              <a:buClr>
                <a:schemeClr val="accent1"/>
              </a:buClr>
              <a:buSzPts val="1820"/>
              <a:buFont typeface="Noto Sans Symbols"/>
              <a:buChar char="🞑"/>
            </a:pPr>
            <a:r>
              <a:rPr lang="en-US" sz="2600">
                <a:solidFill>
                  <a:schemeClr val="dk1"/>
                </a:solidFill>
                <a:latin typeface="Twentieth Century"/>
                <a:ea typeface="Twentieth Century"/>
                <a:cs typeface="Twentieth Century"/>
                <a:sym typeface="Twentieth Century"/>
              </a:rPr>
              <a:t>Is computer a machine?</a:t>
            </a:r>
            <a:endParaRPr/>
          </a:p>
          <a:p>
            <a:pPr marL="319087" indent="-319087">
              <a:lnSpc>
                <a:spcPct val="100000"/>
              </a:lnSpc>
              <a:spcBef>
                <a:spcPts val="700"/>
              </a:spcBef>
              <a:buClr>
                <a:schemeClr val="accent2"/>
              </a:buClr>
              <a:buSzPts val="1740"/>
              <a:buFont typeface="Noto Sans Symbols"/>
              <a:buChar char="◻"/>
            </a:pPr>
            <a:r>
              <a:rPr lang="en-US" sz="2900">
                <a:solidFill>
                  <a:schemeClr val="dk1"/>
                </a:solidFill>
                <a:latin typeface="Twentieth Century"/>
                <a:ea typeface="Twentieth Century"/>
                <a:cs typeface="Twentieth Century"/>
                <a:sym typeface="Twentieth Century"/>
              </a:rPr>
              <a:t>Can a machine think?</a:t>
            </a:r>
            <a:endParaRPr/>
          </a:p>
          <a:p>
            <a:pPr marL="639762" lvl="1" indent="-273049">
              <a:lnSpc>
                <a:spcPct val="100000"/>
              </a:lnSpc>
              <a:spcBef>
                <a:spcPts val="500"/>
              </a:spcBef>
              <a:buClr>
                <a:schemeClr val="accent1"/>
              </a:buClr>
              <a:buSzPts val="1820"/>
              <a:buFont typeface="Noto Sans Symbols"/>
              <a:buChar char="🞑"/>
            </a:pPr>
            <a:r>
              <a:rPr lang="en-US" sz="2600">
                <a:solidFill>
                  <a:schemeClr val="dk1"/>
                </a:solidFill>
                <a:latin typeface="Twentieth Century"/>
                <a:ea typeface="Twentieth Century"/>
                <a:cs typeface="Twentieth Century"/>
                <a:sym typeface="Twentieth Century"/>
              </a:rPr>
              <a:t>If yes are we machines?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47"/>
          <p:cNvSpPr txBox="1">
            <a:spLocks noGrp="1"/>
          </p:cNvSpPr>
          <p:nvPr>
            <p:ph type="title"/>
          </p:nvPr>
        </p:nvSpPr>
        <p:spPr>
          <a:prstGeom prst="rect">
            <a:avLst/>
          </a:prstGeom>
          <a:noFill/>
          <a:ln>
            <a:noFill/>
          </a:ln>
        </p:spPr>
        <p:txBody>
          <a:bodyPr spcFirstLastPara="1" vert="horz" wrap="square" lIns="91425" tIns="45700" rIns="91425" bIns="45700" rtlCol="0" anchor="ctr" anchorCtr="0">
            <a:noAutofit/>
          </a:bodyPr>
          <a:lstStyle/>
          <a:p>
            <a:pPr>
              <a:lnSpc>
                <a:spcPct val="100000"/>
              </a:lnSpc>
              <a:spcBef>
                <a:spcPts val="0"/>
              </a:spcBef>
              <a:buClr>
                <a:srgbClr val="FF051A"/>
              </a:buClr>
              <a:buSzPts val="4400"/>
            </a:pPr>
            <a:r>
              <a:rPr lang="en-US" sz="4400">
                <a:solidFill>
                  <a:srgbClr val="FF051A"/>
                </a:solidFill>
                <a:latin typeface="Twentieth Century"/>
                <a:ea typeface="Twentieth Century"/>
                <a:cs typeface="Twentieth Century"/>
                <a:sym typeface="Twentieth Century"/>
              </a:rPr>
              <a:t>Brains ~ Computers</a:t>
            </a:r>
            <a:endParaRPr/>
          </a:p>
        </p:txBody>
      </p:sp>
      <p:sp>
        <p:nvSpPr>
          <p:cNvPr id="329" name="Google Shape;329;p47"/>
          <p:cNvSpPr txBox="1">
            <a:spLocks noGrp="1"/>
          </p:cNvSpPr>
          <p:nvPr>
            <p:ph sz="half" idx="1"/>
          </p:nvPr>
        </p:nvSpPr>
        <p:spPr>
          <a:xfrm>
            <a:off x="1981201" y="1600200"/>
            <a:ext cx="4033837" cy="4525962"/>
          </a:xfrm>
          <a:prstGeom prst="rect">
            <a:avLst/>
          </a:prstGeom>
          <a:noFill/>
          <a:ln>
            <a:noFill/>
          </a:ln>
        </p:spPr>
        <p:txBody>
          <a:bodyPr spcFirstLastPara="1" vert="horz" wrap="square" lIns="91425" tIns="45700" rIns="91425" bIns="45700" rtlCol="0" anchor="t" anchorCtr="0">
            <a:noAutofit/>
          </a:bodyPr>
          <a:lstStyle/>
          <a:p>
            <a:pPr marL="319087" indent="-319087">
              <a:lnSpc>
                <a:spcPct val="150000"/>
              </a:lnSpc>
              <a:spcBef>
                <a:spcPts val="0"/>
              </a:spcBef>
              <a:buClr>
                <a:schemeClr val="accent2"/>
              </a:buClr>
              <a:buSzPts val="1740"/>
              <a:buFont typeface="Noto Sans Symbols"/>
              <a:buChar char="◻"/>
            </a:pPr>
            <a:r>
              <a:rPr lang="en-US" sz="2900">
                <a:solidFill>
                  <a:schemeClr val="dk1"/>
                </a:solidFill>
                <a:latin typeface="Twentieth Century"/>
                <a:ea typeface="Twentieth Century"/>
                <a:cs typeface="Twentieth Century"/>
                <a:sym typeface="Twentieth Century"/>
              </a:rPr>
              <a:t>1000 operations/sec</a:t>
            </a:r>
            <a:endParaRPr/>
          </a:p>
          <a:p>
            <a:pPr marL="319087" indent="-319087">
              <a:lnSpc>
                <a:spcPct val="150000"/>
              </a:lnSpc>
              <a:spcBef>
                <a:spcPts val="700"/>
              </a:spcBef>
              <a:buClr>
                <a:schemeClr val="accent2"/>
              </a:buClr>
              <a:buSzPts val="1740"/>
              <a:buFont typeface="Noto Sans Symbols"/>
              <a:buChar char="◻"/>
            </a:pPr>
            <a:r>
              <a:rPr lang="en-US" sz="2900">
                <a:solidFill>
                  <a:schemeClr val="dk1"/>
                </a:solidFill>
                <a:latin typeface="Twentieth Century"/>
                <a:ea typeface="Twentieth Century"/>
                <a:cs typeface="Twentieth Century"/>
                <a:sym typeface="Twentieth Century"/>
              </a:rPr>
              <a:t>100,000,000,000 units</a:t>
            </a:r>
            <a:endParaRPr/>
          </a:p>
          <a:p>
            <a:pPr marL="319087" indent="-319087">
              <a:lnSpc>
                <a:spcPct val="150000"/>
              </a:lnSpc>
              <a:spcBef>
                <a:spcPts val="700"/>
              </a:spcBef>
              <a:buClr>
                <a:schemeClr val="accent2"/>
              </a:buClr>
              <a:buSzPts val="1740"/>
              <a:buFont typeface="Noto Sans Symbols"/>
              <a:buChar char="◻"/>
            </a:pPr>
            <a:r>
              <a:rPr lang="en-US" sz="2900">
                <a:solidFill>
                  <a:schemeClr val="dk1"/>
                </a:solidFill>
                <a:latin typeface="Twentieth Century"/>
                <a:ea typeface="Twentieth Century"/>
                <a:cs typeface="Twentieth Century"/>
                <a:sym typeface="Twentieth Century"/>
              </a:rPr>
              <a:t>stochastic</a:t>
            </a:r>
            <a:endParaRPr/>
          </a:p>
          <a:p>
            <a:pPr marL="319087" indent="-319087">
              <a:lnSpc>
                <a:spcPct val="150000"/>
              </a:lnSpc>
              <a:spcBef>
                <a:spcPts val="700"/>
              </a:spcBef>
              <a:buClr>
                <a:schemeClr val="accent2"/>
              </a:buClr>
              <a:buSzPts val="1740"/>
              <a:buFont typeface="Noto Sans Symbols"/>
              <a:buChar char="◻"/>
            </a:pPr>
            <a:r>
              <a:rPr lang="en-US" sz="2900">
                <a:solidFill>
                  <a:schemeClr val="dk1"/>
                </a:solidFill>
                <a:latin typeface="Twentieth Century"/>
                <a:ea typeface="Twentieth Century"/>
                <a:cs typeface="Twentieth Century"/>
                <a:sym typeface="Twentieth Century"/>
              </a:rPr>
              <a:t>fault tolerant</a:t>
            </a:r>
            <a:endParaRPr/>
          </a:p>
          <a:p>
            <a:pPr marL="319087" indent="-319087">
              <a:lnSpc>
                <a:spcPct val="150000"/>
              </a:lnSpc>
              <a:spcBef>
                <a:spcPts val="700"/>
              </a:spcBef>
              <a:buClr>
                <a:schemeClr val="accent2"/>
              </a:buClr>
              <a:buSzPts val="1740"/>
              <a:buFont typeface="Noto Sans Symbols"/>
              <a:buChar char="◻"/>
            </a:pPr>
            <a:r>
              <a:rPr lang="en-US" sz="2900">
                <a:solidFill>
                  <a:schemeClr val="dk1"/>
                </a:solidFill>
                <a:latin typeface="Twentieth Century"/>
                <a:ea typeface="Twentieth Century"/>
                <a:cs typeface="Twentieth Century"/>
                <a:sym typeface="Twentieth Century"/>
              </a:rPr>
              <a:t>evolves, learns</a:t>
            </a:r>
            <a:endParaRPr/>
          </a:p>
        </p:txBody>
      </p:sp>
      <p:sp>
        <p:nvSpPr>
          <p:cNvPr id="330" name="Google Shape;330;p47"/>
          <p:cNvSpPr txBox="1">
            <a:spLocks noGrp="1"/>
          </p:cNvSpPr>
          <p:nvPr>
            <p:ph sz="half" idx="2"/>
          </p:nvPr>
        </p:nvSpPr>
        <p:spPr>
          <a:xfrm>
            <a:off x="6176963" y="1600200"/>
            <a:ext cx="4186237" cy="4525962"/>
          </a:xfrm>
          <a:prstGeom prst="rect">
            <a:avLst/>
          </a:prstGeom>
          <a:noFill/>
          <a:ln>
            <a:noFill/>
          </a:ln>
        </p:spPr>
        <p:txBody>
          <a:bodyPr spcFirstLastPara="1" vert="horz" wrap="square" lIns="91425" tIns="45700" rIns="91425" bIns="45700" rtlCol="0" anchor="t" anchorCtr="0">
            <a:noAutofit/>
          </a:bodyPr>
          <a:lstStyle/>
          <a:p>
            <a:pPr marL="319087" indent="-319087">
              <a:lnSpc>
                <a:spcPct val="150000"/>
              </a:lnSpc>
              <a:spcBef>
                <a:spcPts val="0"/>
              </a:spcBef>
              <a:buClr>
                <a:schemeClr val="accent2"/>
              </a:buClr>
              <a:buSzPts val="1740"/>
              <a:buFont typeface="Noto Sans Symbols"/>
              <a:buChar char="◻"/>
            </a:pPr>
            <a:r>
              <a:rPr lang="en-US" sz="2900">
                <a:solidFill>
                  <a:schemeClr val="dk1"/>
                </a:solidFill>
                <a:latin typeface="Twentieth Century"/>
                <a:ea typeface="Twentieth Century"/>
                <a:cs typeface="Twentieth Century"/>
                <a:sym typeface="Twentieth Century"/>
              </a:rPr>
              <a:t>1,000,000,000  ops/sec</a:t>
            </a:r>
            <a:endParaRPr/>
          </a:p>
          <a:p>
            <a:pPr marL="319087" indent="-319087">
              <a:lnSpc>
                <a:spcPct val="150000"/>
              </a:lnSpc>
              <a:spcBef>
                <a:spcPts val="700"/>
              </a:spcBef>
              <a:buClr>
                <a:schemeClr val="accent2"/>
              </a:buClr>
              <a:buSzPts val="1740"/>
              <a:buFont typeface="Noto Sans Symbols"/>
              <a:buChar char="◻"/>
            </a:pPr>
            <a:r>
              <a:rPr lang="en-US" sz="2900">
                <a:solidFill>
                  <a:schemeClr val="dk1"/>
                </a:solidFill>
                <a:latin typeface="Twentieth Century"/>
                <a:ea typeface="Twentieth Century"/>
                <a:cs typeface="Twentieth Century"/>
                <a:sym typeface="Twentieth Century"/>
              </a:rPr>
              <a:t>1-100 processors</a:t>
            </a:r>
            <a:endParaRPr/>
          </a:p>
          <a:p>
            <a:pPr marL="319087" indent="-319087">
              <a:lnSpc>
                <a:spcPct val="150000"/>
              </a:lnSpc>
              <a:spcBef>
                <a:spcPts val="700"/>
              </a:spcBef>
              <a:buClr>
                <a:schemeClr val="accent2"/>
              </a:buClr>
              <a:buSzPts val="1740"/>
              <a:buFont typeface="Noto Sans Symbols"/>
              <a:buChar char="◻"/>
            </a:pPr>
            <a:r>
              <a:rPr lang="en-US" sz="2900">
                <a:solidFill>
                  <a:schemeClr val="dk1"/>
                </a:solidFill>
                <a:latin typeface="Twentieth Century"/>
                <a:ea typeface="Twentieth Century"/>
                <a:cs typeface="Twentieth Century"/>
                <a:sym typeface="Twentieth Century"/>
              </a:rPr>
              <a:t>deterministic</a:t>
            </a:r>
            <a:endParaRPr/>
          </a:p>
          <a:p>
            <a:pPr marL="319087" indent="-319087">
              <a:lnSpc>
                <a:spcPct val="150000"/>
              </a:lnSpc>
              <a:spcBef>
                <a:spcPts val="700"/>
              </a:spcBef>
              <a:buClr>
                <a:schemeClr val="accent2"/>
              </a:buClr>
              <a:buSzPts val="1740"/>
              <a:buFont typeface="Noto Sans Symbols"/>
              <a:buChar char="◻"/>
            </a:pPr>
            <a:r>
              <a:rPr lang="en-US" sz="2900">
                <a:solidFill>
                  <a:schemeClr val="dk1"/>
                </a:solidFill>
                <a:latin typeface="Twentieth Century"/>
                <a:ea typeface="Twentieth Century"/>
                <a:cs typeface="Twentieth Century"/>
                <a:sym typeface="Twentieth Century"/>
              </a:rPr>
              <a:t>crashes</a:t>
            </a:r>
            <a:endParaRPr/>
          </a:p>
          <a:p>
            <a:pPr marL="319087" indent="-319087">
              <a:lnSpc>
                <a:spcPct val="150000"/>
              </a:lnSpc>
              <a:spcBef>
                <a:spcPts val="700"/>
              </a:spcBef>
              <a:buClr>
                <a:schemeClr val="accent2"/>
              </a:buClr>
              <a:buSzPts val="1740"/>
              <a:buFont typeface="Noto Sans Symbols"/>
              <a:buChar char="◻"/>
            </a:pPr>
            <a:r>
              <a:rPr lang="en-US" sz="2900">
                <a:solidFill>
                  <a:schemeClr val="dk1"/>
                </a:solidFill>
                <a:latin typeface="Twentieth Century"/>
                <a:ea typeface="Twentieth Century"/>
                <a:cs typeface="Twentieth Century"/>
                <a:sym typeface="Twentieth Century"/>
              </a:rPr>
              <a:t>designed, programmed</a:t>
            </a:r>
            <a:endParaRPr/>
          </a:p>
          <a:p>
            <a:pPr marL="319088" indent="-208598">
              <a:spcBef>
                <a:spcPts val="700"/>
              </a:spcBef>
              <a:buSzPts val="1740"/>
              <a:buNone/>
            </a:pPr>
            <a:endParaRPr sz="2900">
              <a:solidFill>
                <a:schemeClr val="dk1"/>
              </a:solidFill>
              <a:latin typeface="Twentieth Century"/>
              <a:ea typeface="Twentieth Century"/>
              <a:cs typeface="Twentieth Century"/>
              <a:sym typeface="Twentieth Century"/>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48"/>
          <p:cNvSpPr txBox="1"/>
          <p:nvPr/>
        </p:nvSpPr>
        <p:spPr>
          <a:xfrm>
            <a:off x="2133600" y="6248401"/>
            <a:ext cx="5421312" cy="365125"/>
          </a:xfrm>
          <a:prstGeom prst="rect">
            <a:avLst/>
          </a:prstGeom>
          <a:noFill/>
          <a:ln>
            <a:noFill/>
          </a:ln>
        </p:spPr>
        <p:txBody>
          <a:bodyPr spcFirstLastPara="1" wrap="square" lIns="82925" tIns="41450" rIns="82925" bIns="41450" anchor="ctr" anchorCtr="0">
            <a:noAutofit/>
          </a:bodyPr>
          <a:lstStyle/>
          <a:p>
            <a:pPr algn="r">
              <a:buClr>
                <a:schemeClr val="dk2"/>
              </a:buClr>
              <a:buSzPts val="1400"/>
            </a:pPr>
            <a:r>
              <a:rPr lang="en-US">
                <a:solidFill>
                  <a:schemeClr val="dk2"/>
                </a:solidFill>
                <a:latin typeface="Twentieth Century"/>
                <a:ea typeface="Twentieth Century"/>
                <a:cs typeface="Twentieth Century"/>
                <a:sym typeface="Twentieth Century"/>
              </a:rPr>
              <a:t>Institute of Computing</a:t>
            </a:r>
            <a:endParaRPr/>
          </a:p>
        </p:txBody>
      </p:sp>
      <p:sp>
        <p:nvSpPr>
          <p:cNvPr id="337" name="Google Shape;337;p48"/>
          <p:cNvSpPr txBox="1">
            <a:spLocks noGrp="1"/>
          </p:cNvSpPr>
          <p:nvPr>
            <p:ph type="title"/>
          </p:nvPr>
        </p:nvSpPr>
        <p:spPr>
          <a:xfrm>
            <a:off x="2016125" y="215900"/>
            <a:ext cx="8228012" cy="615950"/>
          </a:xfrm>
          <a:prstGeom prst="rect">
            <a:avLst/>
          </a:prstGeom>
          <a:noFill/>
          <a:ln>
            <a:noFill/>
          </a:ln>
        </p:spPr>
        <p:txBody>
          <a:bodyPr spcFirstLastPara="1" vert="horz" wrap="square" lIns="82925" tIns="41450" rIns="82925" bIns="41450" rtlCol="0" anchor="ctr" anchorCtr="0">
            <a:noAutofit/>
          </a:bodyPr>
          <a:lstStyle/>
          <a:p>
            <a:pPr>
              <a:lnSpc>
                <a:spcPct val="100000"/>
              </a:lnSpc>
              <a:spcBef>
                <a:spcPts val="0"/>
              </a:spcBef>
              <a:buClr>
                <a:schemeClr val="dk2"/>
              </a:buClr>
              <a:buSzPts val="2900"/>
            </a:pPr>
            <a:r>
              <a:rPr lang="en-US" sz="2900" b="1">
                <a:solidFill>
                  <a:schemeClr val="dk2"/>
                </a:solidFill>
                <a:latin typeface="Times"/>
                <a:ea typeface="Times"/>
                <a:cs typeface="Times"/>
                <a:sym typeface="Times"/>
              </a:rPr>
              <a:t>Areas of Artificial Intelligence</a:t>
            </a:r>
            <a:r>
              <a:rPr lang="en-US" sz="2900">
                <a:solidFill>
                  <a:schemeClr val="dk2"/>
                </a:solidFill>
                <a:latin typeface="Times"/>
                <a:ea typeface="Times"/>
                <a:cs typeface="Times"/>
                <a:sym typeface="Times"/>
              </a:rPr>
              <a:t> </a:t>
            </a:r>
            <a:endParaRPr/>
          </a:p>
        </p:txBody>
      </p:sp>
      <p:sp>
        <p:nvSpPr>
          <p:cNvPr id="338" name="Google Shape;338;p48"/>
          <p:cNvSpPr txBox="1">
            <a:spLocks noGrp="1"/>
          </p:cNvSpPr>
          <p:nvPr>
            <p:ph idx="1"/>
          </p:nvPr>
        </p:nvSpPr>
        <p:spPr>
          <a:xfrm>
            <a:off x="718457" y="1600200"/>
            <a:ext cx="10907486" cy="4946650"/>
          </a:xfrm>
          <a:prstGeom prst="rect">
            <a:avLst/>
          </a:prstGeom>
          <a:noFill/>
          <a:ln>
            <a:noFill/>
          </a:ln>
        </p:spPr>
        <p:txBody>
          <a:bodyPr spcFirstLastPara="1" vert="horz" wrap="square" lIns="82925" tIns="41450" rIns="82925" bIns="41450" rtlCol="0" anchor="t" anchorCtr="0">
            <a:noAutofit/>
          </a:bodyPr>
          <a:lstStyle/>
          <a:p>
            <a:pPr marL="0" indent="-110490">
              <a:lnSpc>
                <a:spcPct val="100000"/>
              </a:lnSpc>
              <a:spcBef>
                <a:spcPts val="0"/>
              </a:spcBef>
              <a:buClr>
                <a:schemeClr val="accent2"/>
              </a:buClr>
              <a:buSzPts val="1740"/>
              <a:buFont typeface="Noto Sans Symbols"/>
              <a:buChar char="◻"/>
            </a:pPr>
            <a:r>
              <a:rPr lang="en-US" sz="2900" dirty="0">
                <a:solidFill>
                  <a:schemeClr val="dk1"/>
                </a:solidFill>
                <a:latin typeface="Twentieth Century"/>
                <a:ea typeface="Twentieth Century"/>
                <a:cs typeface="Twentieth Century"/>
                <a:sym typeface="Twentieth Century"/>
              </a:rPr>
              <a:t>Perception </a:t>
            </a:r>
            <a:endParaRPr dirty="0"/>
          </a:p>
          <a:p>
            <a:pPr marL="639762" lvl="1" indent="-273049">
              <a:lnSpc>
                <a:spcPct val="100000"/>
              </a:lnSpc>
              <a:spcBef>
                <a:spcPts val="500"/>
              </a:spcBef>
              <a:buClr>
                <a:schemeClr val="accent1"/>
              </a:buClr>
              <a:buSzPts val="1820"/>
              <a:buFont typeface="Noto Sans Symbols"/>
              <a:buChar char="🞑"/>
            </a:pPr>
            <a:r>
              <a:rPr lang="en-US" sz="2600" dirty="0">
                <a:solidFill>
                  <a:schemeClr val="dk1"/>
                </a:solidFill>
                <a:latin typeface="Twentieth Century"/>
                <a:ea typeface="Twentieth Century"/>
                <a:cs typeface="Twentieth Century"/>
                <a:sym typeface="Twentieth Century"/>
              </a:rPr>
              <a:t>Machine vision </a:t>
            </a:r>
            <a:endParaRPr dirty="0"/>
          </a:p>
          <a:p>
            <a:pPr marL="639762" lvl="1" indent="-273049">
              <a:lnSpc>
                <a:spcPct val="100000"/>
              </a:lnSpc>
              <a:spcBef>
                <a:spcPts val="500"/>
              </a:spcBef>
              <a:buClr>
                <a:schemeClr val="accent1"/>
              </a:buClr>
              <a:buSzPts val="1820"/>
              <a:buFont typeface="Noto Sans Symbols"/>
              <a:buChar char="🞑"/>
            </a:pPr>
            <a:r>
              <a:rPr lang="en-US" sz="2600" dirty="0">
                <a:solidFill>
                  <a:schemeClr val="dk1"/>
                </a:solidFill>
                <a:latin typeface="Twentieth Century"/>
                <a:ea typeface="Twentieth Century"/>
                <a:cs typeface="Twentieth Century"/>
                <a:sym typeface="Twentieth Century"/>
              </a:rPr>
              <a:t>Speech understanding </a:t>
            </a:r>
            <a:endParaRPr dirty="0"/>
          </a:p>
          <a:p>
            <a:pPr marL="639762" lvl="1" indent="-273049">
              <a:lnSpc>
                <a:spcPct val="100000"/>
              </a:lnSpc>
              <a:spcBef>
                <a:spcPts val="500"/>
              </a:spcBef>
              <a:buClr>
                <a:schemeClr val="accent1"/>
              </a:buClr>
              <a:buSzPts val="1820"/>
              <a:buFont typeface="Noto Sans Symbols"/>
              <a:buChar char="🞑"/>
            </a:pPr>
            <a:r>
              <a:rPr lang="en-US" sz="2600" dirty="0">
                <a:solidFill>
                  <a:schemeClr val="dk1"/>
                </a:solidFill>
                <a:latin typeface="Twentieth Century"/>
                <a:ea typeface="Twentieth Century"/>
                <a:cs typeface="Twentieth Century"/>
                <a:sym typeface="Twentieth Century"/>
              </a:rPr>
              <a:t>Touch ( </a:t>
            </a:r>
            <a:r>
              <a:rPr lang="en-US" sz="2600" i="1" dirty="0">
                <a:solidFill>
                  <a:schemeClr val="dk1"/>
                </a:solidFill>
                <a:latin typeface="Times"/>
                <a:ea typeface="Times"/>
                <a:cs typeface="Times"/>
                <a:sym typeface="Times"/>
              </a:rPr>
              <a:t>tactile</a:t>
            </a:r>
            <a:r>
              <a:rPr lang="en-US" sz="2600" dirty="0">
                <a:solidFill>
                  <a:schemeClr val="dk1"/>
                </a:solidFill>
                <a:latin typeface="Twentieth Century"/>
                <a:ea typeface="Twentieth Century"/>
                <a:cs typeface="Twentieth Century"/>
                <a:sym typeface="Twentieth Century"/>
              </a:rPr>
              <a:t> or </a:t>
            </a:r>
            <a:r>
              <a:rPr lang="en-US" sz="2600" i="1" dirty="0">
                <a:solidFill>
                  <a:schemeClr val="dk1"/>
                </a:solidFill>
                <a:latin typeface="Times"/>
                <a:ea typeface="Times"/>
                <a:cs typeface="Times"/>
                <a:sym typeface="Times"/>
              </a:rPr>
              <a:t>haptic</a:t>
            </a:r>
            <a:r>
              <a:rPr lang="en-US" sz="2600" dirty="0">
                <a:solidFill>
                  <a:schemeClr val="dk1"/>
                </a:solidFill>
                <a:latin typeface="Twentieth Century"/>
                <a:ea typeface="Twentieth Century"/>
                <a:cs typeface="Twentieth Century"/>
                <a:sym typeface="Twentieth Century"/>
              </a:rPr>
              <a:t>) sensation </a:t>
            </a:r>
            <a:endParaRPr dirty="0"/>
          </a:p>
          <a:p>
            <a:pPr marL="0" indent="-110490">
              <a:lnSpc>
                <a:spcPct val="100000"/>
              </a:lnSpc>
              <a:spcBef>
                <a:spcPts val="700"/>
              </a:spcBef>
              <a:buClr>
                <a:schemeClr val="accent2"/>
              </a:buClr>
              <a:buSzPts val="1740"/>
              <a:buFont typeface="Noto Sans Symbols"/>
              <a:buChar char="◻"/>
            </a:pPr>
            <a:r>
              <a:rPr lang="en-US" sz="2900" dirty="0">
                <a:solidFill>
                  <a:schemeClr val="dk1"/>
                </a:solidFill>
                <a:latin typeface="Twentieth Century"/>
                <a:ea typeface="Twentieth Century"/>
                <a:cs typeface="Twentieth Century"/>
                <a:sym typeface="Twentieth Century"/>
              </a:rPr>
              <a:t>Natural Language Processing </a:t>
            </a:r>
            <a:endParaRPr dirty="0"/>
          </a:p>
          <a:p>
            <a:pPr marL="639762" lvl="1" indent="-273049">
              <a:lnSpc>
                <a:spcPct val="100000"/>
              </a:lnSpc>
              <a:spcBef>
                <a:spcPts val="500"/>
              </a:spcBef>
              <a:buClr>
                <a:schemeClr val="accent1"/>
              </a:buClr>
              <a:buSzPts val="1820"/>
              <a:buFont typeface="Noto Sans Symbols"/>
              <a:buChar char="🞑"/>
            </a:pPr>
            <a:r>
              <a:rPr lang="en-US" sz="2600" dirty="0">
                <a:solidFill>
                  <a:schemeClr val="dk1"/>
                </a:solidFill>
                <a:latin typeface="Twentieth Century"/>
                <a:ea typeface="Twentieth Century"/>
                <a:cs typeface="Twentieth Century"/>
                <a:sym typeface="Twentieth Century"/>
              </a:rPr>
              <a:t>Natural Language Understanding </a:t>
            </a:r>
            <a:endParaRPr dirty="0"/>
          </a:p>
          <a:p>
            <a:pPr marL="639762" lvl="1" indent="-273049">
              <a:lnSpc>
                <a:spcPct val="100000"/>
              </a:lnSpc>
              <a:spcBef>
                <a:spcPts val="500"/>
              </a:spcBef>
              <a:buClr>
                <a:schemeClr val="accent1"/>
              </a:buClr>
              <a:buSzPts val="1820"/>
              <a:buFont typeface="Noto Sans Symbols"/>
              <a:buChar char="🞑"/>
            </a:pPr>
            <a:r>
              <a:rPr lang="en-US" sz="2600" dirty="0">
                <a:solidFill>
                  <a:schemeClr val="dk1"/>
                </a:solidFill>
                <a:latin typeface="Twentieth Century"/>
                <a:ea typeface="Twentieth Century"/>
                <a:cs typeface="Twentieth Century"/>
                <a:sym typeface="Twentieth Century"/>
              </a:rPr>
              <a:t>Speech Understanding </a:t>
            </a:r>
            <a:endParaRPr dirty="0"/>
          </a:p>
          <a:p>
            <a:pPr marL="639762" lvl="1" indent="-273049">
              <a:lnSpc>
                <a:spcPct val="100000"/>
              </a:lnSpc>
              <a:spcBef>
                <a:spcPts val="500"/>
              </a:spcBef>
              <a:buClr>
                <a:schemeClr val="accent1"/>
              </a:buClr>
              <a:buSzPts val="1820"/>
              <a:buFont typeface="Noto Sans Symbols"/>
              <a:buChar char="🞑"/>
            </a:pPr>
            <a:r>
              <a:rPr lang="en-US" sz="2600" dirty="0">
                <a:solidFill>
                  <a:schemeClr val="dk1"/>
                </a:solidFill>
                <a:latin typeface="Twentieth Century"/>
                <a:ea typeface="Twentieth Century"/>
                <a:cs typeface="Twentieth Century"/>
                <a:sym typeface="Twentieth Century"/>
              </a:rPr>
              <a:t>Language Generation </a:t>
            </a:r>
            <a:endParaRPr dirty="0"/>
          </a:p>
          <a:p>
            <a:pPr marL="639762" lvl="1" indent="-273049">
              <a:lnSpc>
                <a:spcPct val="100000"/>
              </a:lnSpc>
              <a:spcBef>
                <a:spcPts val="500"/>
              </a:spcBef>
              <a:buClr>
                <a:schemeClr val="accent1"/>
              </a:buClr>
              <a:buSzPts val="1820"/>
              <a:buFont typeface="Noto Sans Symbols"/>
              <a:buChar char="🞑"/>
            </a:pPr>
            <a:r>
              <a:rPr lang="en-US" sz="2600" dirty="0">
                <a:solidFill>
                  <a:schemeClr val="dk1"/>
                </a:solidFill>
                <a:latin typeface="Twentieth Century"/>
                <a:ea typeface="Twentieth Century"/>
                <a:cs typeface="Twentieth Century"/>
                <a:sym typeface="Twentieth Century"/>
              </a:rPr>
              <a:t>Machine Translation </a:t>
            </a:r>
            <a:endParaRPr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49"/>
          <p:cNvSpPr txBox="1">
            <a:spLocks noGrp="1"/>
          </p:cNvSpPr>
          <p:nvPr>
            <p:ph type="title"/>
          </p:nvPr>
        </p:nvSpPr>
        <p:spPr>
          <a:xfrm>
            <a:off x="2016125" y="215900"/>
            <a:ext cx="8228012" cy="615950"/>
          </a:xfrm>
          <a:prstGeom prst="rect">
            <a:avLst/>
          </a:prstGeom>
          <a:noFill/>
          <a:ln>
            <a:noFill/>
          </a:ln>
        </p:spPr>
        <p:txBody>
          <a:bodyPr spcFirstLastPara="1" vert="horz" wrap="square" lIns="82925" tIns="41450" rIns="82925" bIns="41450" rtlCol="0" anchor="ctr" anchorCtr="0">
            <a:noAutofit/>
          </a:bodyPr>
          <a:lstStyle/>
          <a:p>
            <a:pPr marL="390525" indent="-293687">
              <a:lnSpc>
                <a:spcPct val="100000"/>
              </a:lnSpc>
              <a:spcBef>
                <a:spcPts val="0"/>
              </a:spcBef>
              <a:buClr>
                <a:schemeClr val="dk2"/>
              </a:buClr>
              <a:buSzPts val="2900"/>
            </a:pPr>
            <a:r>
              <a:rPr lang="en-US" sz="2900" b="1">
                <a:solidFill>
                  <a:schemeClr val="dk2"/>
                </a:solidFill>
                <a:latin typeface="Times"/>
                <a:ea typeface="Times"/>
                <a:cs typeface="Times"/>
                <a:sym typeface="Times"/>
              </a:rPr>
              <a:t>Perception</a:t>
            </a:r>
            <a:r>
              <a:rPr lang="en-US" sz="2900">
                <a:solidFill>
                  <a:schemeClr val="dk2"/>
                </a:solidFill>
                <a:latin typeface="Times"/>
                <a:ea typeface="Times"/>
                <a:cs typeface="Times"/>
                <a:sym typeface="Times"/>
              </a:rPr>
              <a:t> </a:t>
            </a:r>
            <a:endParaRPr/>
          </a:p>
        </p:txBody>
      </p:sp>
      <p:sp>
        <p:nvSpPr>
          <p:cNvPr id="345" name="Google Shape;345;p49"/>
          <p:cNvSpPr txBox="1">
            <a:spLocks noGrp="1"/>
          </p:cNvSpPr>
          <p:nvPr>
            <p:ph idx="1"/>
          </p:nvPr>
        </p:nvSpPr>
        <p:spPr>
          <a:xfrm>
            <a:off x="707571" y="1524001"/>
            <a:ext cx="10602686" cy="4967287"/>
          </a:xfrm>
          <a:prstGeom prst="rect">
            <a:avLst/>
          </a:prstGeom>
          <a:noFill/>
          <a:ln>
            <a:noFill/>
          </a:ln>
        </p:spPr>
        <p:txBody>
          <a:bodyPr spcFirstLastPara="1" vert="horz" wrap="square" lIns="82925" tIns="41450" rIns="82925" bIns="41450" rtlCol="0" anchor="t" anchorCtr="0">
            <a:noAutofit/>
          </a:bodyPr>
          <a:lstStyle/>
          <a:p>
            <a:pPr marL="319087" indent="-319087">
              <a:lnSpc>
                <a:spcPct val="100000"/>
              </a:lnSpc>
              <a:spcBef>
                <a:spcPts val="0"/>
              </a:spcBef>
              <a:buClr>
                <a:schemeClr val="accent2"/>
              </a:buClr>
              <a:buSzPts val="1680"/>
              <a:buFont typeface="Noto Sans Symbols"/>
              <a:buChar char="◻"/>
            </a:pPr>
            <a:r>
              <a:rPr lang="en-US" sz="2800" b="1" dirty="0">
                <a:solidFill>
                  <a:schemeClr val="dk1"/>
                </a:solidFill>
                <a:latin typeface="Times"/>
                <a:ea typeface="Times"/>
                <a:cs typeface="Times"/>
                <a:sym typeface="Times"/>
              </a:rPr>
              <a:t>Machine Vision:</a:t>
            </a:r>
            <a:r>
              <a:rPr lang="en-US" sz="2800" dirty="0">
                <a:solidFill>
                  <a:schemeClr val="dk1"/>
                </a:solidFill>
                <a:latin typeface="Times"/>
                <a:ea typeface="Times"/>
                <a:cs typeface="Times"/>
                <a:sym typeface="Times"/>
              </a:rPr>
              <a:t> </a:t>
            </a:r>
            <a:endParaRPr dirty="0"/>
          </a:p>
          <a:p>
            <a:pPr marL="639762" lvl="1" indent="-273049">
              <a:lnSpc>
                <a:spcPct val="100000"/>
              </a:lnSpc>
              <a:spcBef>
                <a:spcPts val="500"/>
              </a:spcBef>
              <a:buClr>
                <a:schemeClr val="accent1"/>
              </a:buClr>
              <a:buSzPts val="1400"/>
              <a:buFont typeface="Noto Sans Symbols"/>
              <a:buChar char="🞑"/>
            </a:pPr>
            <a:r>
              <a:rPr lang="en-US" sz="2000" dirty="0">
                <a:solidFill>
                  <a:schemeClr val="dk1"/>
                </a:solidFill>
                <a:latin typeface="Times"/>
                <a:ea typeface="Times"/>
                <a:cs typeface="Times"/>
                <a:sym typeface="Times"/>
              </a:rPr>
              <a:t>It is easy to interface a TV camera to a computer and get an image into memory; the problem is </a:t>
            </a:r>
            <a:r>
              <a:rPr lang="en-US" sz="2000" i="1" dirty="0">
                <a:solidFill>
                  <a:schemeClr val="dk1"/>
                </a:solidFill>
                <a:latin typeface="Times"/>
                <a:ea typeface="Times"/>
                <a:cs typeface="Times"/>
                <a:sym typeface="Times"/>
              </a:rPr>
              <a:t>understanding</a:t>
            </a:r>
            <a:r>
              <a:rPr lang="en-US" sz="2000" dirty="0">
                <a:solidFill>
                  <a:schemeClr val="dk1"/>
                </a:solidFill>
                <a:latin typeface="Times"/>
                <a:ea typeface="Times"/>
                <a:cs typeface="Times"/>
                <a:sym typeface="Times"/>
              </a:rPr>
              <a:t> what the image represents. Vision takes </a:t>
            </a:r>
            <a:r>
              <a:rPr lang="en-US" sz="2000" i="1" dirty="0">
                <a:solidFill>
                  <a:schemeClr val="dk1"/>
                </a:solidFill>
                <a:latin typeface="Times"/>
                <a:ea typeface="Times"/>
                <a:cs typeface="Times"/>
                <a:sym typeface="Times"/>
              </a:rPr>
              <a:t>lots</a:t>
            </a:r>
            <a:r>
              <a:rPr lang="en-US" sz="2000" dirty="0">
                <a:solidFill>
                  <a:schemeClr val="dk1"/>
                </a:solidFill>
                <a:latin typeface="Times"/>
                <a:ea typeface="Times"/>
                <a:cs typeface="Times"/>
                <a:sym typeface="Times"/>
              </a:rPr>
              <a:t> of computation; in humans, roughly 10% of all calories consumed are burned in vision computation. </a:t>
            </a:r>
            <a:endParaRPr dirty="0"/>
          </a:p>
          <a:p>
            <a:pPr marL="319087" indent="-319087">
              <a:lnSpc>
                <a:spcPct val="100000"/>
              </a:lnSpc>
              <a:spcBef>
                <a:spcPts val="700"/>
              </a:spcBef>
              <a:buClr>
                <a:schemeClr val="accent2"/>
              </a:buClr>
              <a:buSzPts val="1680"/>
              <a:buFont typeface="Noto Sans Symbols"/>
              <a:buChar char="◻"/>
            </a:pPr>
            <a:r>
              <a:rPr lang="en-US" sz="2800" b="1" dirty="0">
                <a:solidFill>
                  <a:schemeClr val="dk1"/>
                </a:solidFill>
                <a:latin typeface="Times"/>
                <a:ea typeface="Times"/>
                <a:cs typeface="Times"/>
                <a:sym typeface="Times"/>
              </a:rPr>
              <a:t>Speech Understanding:</a:t>
            </a:r>
            <a:r>
              <a:rPr lang="en-US" sz="2800" dirty="0">
                <a:solidFill>
                  <a:schemeClr val="dk1"/>
                </a:solidFill>
                <a:latin typeface="Times"/>
                <a:ea typeface="Times"/>
                <a:cs typeface="Times"/>
                <a:sym typeface="Times"/>
              </a:rPr>
              <a:t> </a:t>
            </a:r>
            <a:endParaRPr dirty="0"/>
          </a:p>
          <a:p>
            <a:pPr marL="639762" lvl="1" indent="-273049">
              <a:lnSpc>
                <a:spcPct val="100000"/>
              </a:lnSpc>
              <a:spcBef>
                <a:spcPts val="500"/>
              </a:spcBef>
              <a:buClr>
                <a:schemeClr val="accent1"/>
              </a:buClr>
              <a:buSzPts val="1400"/>
              <a:buFont typeface="Noto Sans Symbols"/>
              <a:buChar char="🞑"/>
            </a:pPr>
            <a:r>
              <a:rPr lang="en-US" sz="2000" dirty="0">
                <a:solidFill>
                  <a:schemeClr val="dk1"/>
                </a:solidFill>
                <a:latin typeface="Times"/>
                <a:ea typeface="Times"/>
                <a:cs typeface="Times"/>
                <a:sym typeface="Times"/>
              </a:rPr>
              <a:t>Speech understanding is available now. Some systems must be trained for the individual user and require pauses between words. Understanding continuous speech with a larger vocabulary is harder. </a:t>
            </a:r>
            <a:endParaRPr dirty="0"/>
          </a:p>
          <a:p>
            <a:pPr marL="319087" indent="-319087">
              <a:lnSpc>
                <a:spcPct val="100000"/>
              </a:lnSpc>
              <a:spcBef>
                <a:spcPts val="700"/>
              </a:spcBef>
              <a:buClr>
                <a:schemeClr val="accent2"/>
              </a:buClr>
              <a:buSzPts val="1680"/>
              <a:buFont typeface="Noto Sans Symbols"/>
              <a:buChar char="◻"/>
            </a:pPr>
            <a:r>
              <a:rPr lang="en-US" sz="2800" b="1" dirty="0">
                <a:solidFill>
                  <a:schemeClr val="dk1"/>
                </a:solidFill>
                <a:latin typeface="Times"/>
                <a:ea typeface="Times"/>
                <a:cs typeface="Times"/>
                <a:sym typeface="Times"/>
              </a:rPr>
              <a:t>Touch ( </a:t>
            </a:r>
            <a:r>
              <a:rPr lang="en-US" sz="2800" b="1" i="1" dirty="0">
                <a:solidFill>
                  <a:schemeClr val="dk1"/>
                </a:solidFill>
                <a:latin typeface="Times"/>
                <a:ea typeface="Times"/>
                <a:cs typeface="Times"/>
                <a:sym typeface="Times"/>
              </a:rPr>
              <a:t>tactile</a:t>
            </a:r>
            <a:r>
              <a:rPr lang="en-US" sz="2800" b="1" dirty="0">
                <a:solidFill>
                  <a:schemeClr val="dk1"/>
                </a:solidFill>
                <a:latin typeface="Times"/>
                <a:ea typeface="Times"/>
                <a:cs typeface="Times"/>
                <a:sym typeface="Times"/>
              </a:rPr>
              <a:t> or </a:t>
            </a:r>
            <a:r>
              <a:rPr lang="en-US" sz="2800" b="1" i="1" dirty="0">
                <a:solidFill>
                  <a:schemeClr val="dk1"/>
                </a:solidFill>
                <a:latin typeface="Times"/>
                <a:ea typeface="Times"/>
                <a:cs typeface="Times"/>
                <a:sym typeface="Times"/>
              </a:rPr>
              <a:t>haptic</a:t>
            </a:r>
            <a:r>
              <a:rPr lang="en-US" sz="2800" b="1" dirty="0">
                <a:solidFill>
                  <a:schemeClr val="dk1"/>
                </a:solidFill>
                <a:latin typeface="Times"/>
                <a:ea typeface="Times"/>
                <a:cs typeface="Times"/>
                <a:sym typeface="Times"/>
              </a:rPr>
              <a:t>) Sensation:</a:t>
            </a:r>
            <a:endParaRPr dirty="0"/>
          </a:p>
          <a:p>
            <a:pPr marL="639762" lvl="1" indent="-273049">
              <a:lnSpc>
                <a:spcPct val="100000"/>
              </a:lnSpc>
              <a:spcBef>
                <a:spcPts val="500"/>
              </a:spcBef>
              <a:buClr>
                <a:schemeClr val="accent1"/>
              </a:buClr>
              <a:buSzPts val="1400"/>
              <a:buFont typeface="Noto Sans Symbols"/>
              <a:buChar char="🞑"/>
            </a:pPr>
            <a:r>
              <a:rPr lang="en-US" sz="2000" dirty="0">
                <a:solidFill>
                  <a:schemeClr val="dk1"/>
                </a:solidFill>
                <a:latin typeface="Times"/>
                <a:ea typeface="Times"/>
                <a:cs typeface="Times"/>
                <a:sym typeface="Times"/>
              </a:rPr>
              <a:t>Important for robot assembly tasks.</a:t>
            </a:r>
            <a:r>
              <a:rPr lang="en-US" sz="2400" dirty="0">
                <a:solidFill>
                  <a:schemeClr val="dk1"/>
                </a:solidFill>
                <a:latin typeface="Times"/>
                <a:ea typeface="Times"/>
                <a:cs typeface="Times"/>
                <a:sym typeface="Times"/>
              </a:rPr>
              <a:t> </a:t>
            </a:r>
            <a:endParaRPr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0" name="Google Shape;350;p50"/>
          <p:cNvSpPr txBox="1">
            <a:spLocks noGrp="1"/>
          </p:cNvSpPr>
          <p:nvPr>
            <p:ph type="title"/>
          </p:nvPr>
        </p:nvSpPr>
        <p:spPr>
          <a:prstGeom prst="rect">
            <a:avLst/>
          </a:prstGeom>
          <a:noFill/>
          <a:ln>
            <a:noFill/>
          </a:ln>
        </p:spPr>
        <p:txBody>
          <a:bodyPr spcFirstLastPara="1" vert="horz" wrap="square" lIns="91425" tIns="45700" rIns="91425" bIns="45700" rtlCol="0" anchor="ctr" anchorCtr="0">
            <a:noAutofit/>
          </a:bodyPr>
          <a:lstStyle/>
          <a:p>
            <a:pPr>
              <a:lnSpc>
                <a:spcPct val="100000"/>
              </a:lnSpc>
              <a:spcBef>
                <a:spcPts val="0"/>
              </a:spcBef>
              <a:buClr>
                <a:schemeClr val="dk2"/>
              </a:buClr>
              <a:buSzPts val="4400"/>
            </a:pPr>
            <a:r>
              <a:rPr lang="en-US" sz="4400">
                <a:solidFill>
                  <a:schemeClr val="dk2"/>
                </a:solidFill>
                <a:latin typeface="Twentieth Century"/>
                <a:ea typeface="Twentieth Century"/>
                <a:cs typeface="Twentieth Century"/>
                <a:sym typeface="Twentieth Century"/>
              </a:rPr>
              <a:t>NLU</a:t>
            </a:r>
            <a:endParaRPr/>
          </a:p>
        </p:txBody>
      </p:sp>
      <p:sp>
        <p:nvSpPr>
          <p:cNvPr id="351" name="Google Shape;351;p50"/>
          <p:cNvSpPr txBox="1">
            <a:spLocks noGrp="1"/>
          </p:cNvSpPr>
          <p:nvPr>
            <p:ph idx="1"/>
          </p:nvPr>
        </p:nvSpPr>
        <p:spPr>
          <a:xfrm>
            <a:off x="457200" y="1825625"/>
            <a:ext cx="11364686" cy="4351338"/>
          </a:xfrm>
          <a:prstGeom prst="rect">
            <a:avLst/>
          </a:prstGeom>
          <a:noFill/>
          <a:ln>
            <a:noFill/>
          </a:ln>
        </p:spPr>
        <p:txBody>
          <a:bodyPr spcFirstLastPara="1" vert="horz" wrap="square" lIns="91425" tIns="45700" rIns="91425" bIns="45700" rtlCol="0" anchor="t" anchorCtr="0">
            <a:noAutofit/>
          </a:bodyPr>
          <a:lstStyle/>
          <a:p>
            <a:pPr marL="319087" indent="-319087">
              <a:lnSpc>
                <a:spcPct val="100000"/>
              </a:lnSpc>
              <a:spcBef>
                <a:spcPts val="0"/>
              </a:spcBef>
              <a:buClr>
                <a:schemeClr val="accent2"/>
              </a:buClr>
              <a:buSzPts val="1740"/>
              <a:buFont typeface="Noto Sans Symbols"/>
              <a:buChar char="◻"/>
            </a:pPr>
            <a:r>
              <a:rPr lang="en-US" sz="2900" b="1" dirty="0">
                <a:solidFill>
                  <a:schemeClr val="dk1"/>
                </a:solidFill>
                <a:latin typeface="Twentieth Century"/>
                <a:ea typeface="Twentieth Century"/>
                <a:cs typeface="Twentieth Century"/>
                <a:sym typeface="Twentieth Century"/>
              </a:rPr>
              <a:t>Natural Language Understanding (NLU)</a:t>
            </a:r>
            <a:endParaRPr dirty="0"/>
          </a:p>
          <a:p>
            <a:pPr marL="319087" indent="-319087" algn="just">
              <a:lnSpc>
                <a:spcPct val="100000"/>
              </a:lnSpc>
              <a:spcBef>
                <a:spcPts val="700"/>
              </a:spcBef>
              <a:buClr>
                <a:schemeClr val="accent2"/>
              </a:buClr>
              <a:buSzPts val="1440"/>
              <a:buFont typeface="Noto Sans Symbols"/>
              <a:buChar char="◻"/>
            </a:pPr>
            <a:r>
              <a:rPr lang="en-US" sz="2400" dirty="0">
                <a:solidFill>
                  <a:schemeClr val="dk1"/>
                </a:solidFill>
                <a:latin typeface="Twentieth Century"/>
                <a:ea typeface="Twentieth Century"/>
                <a:cs typeface="Twentieth Century"/>
                <a:sym typeface="Twentieth Century"/>
              </a:rPr>
              <a:t>Natural Language Understanding (NLU) is a branch of AI that focuses on comprehending and interpreting human language with computers.</a:t>
            </a:r>
            <a:r>
              <a:rPr lang="en-US" sz="2400" b="1" dirty="0">
                <a:solidFill>
                  <a:schemeClr val="dk1"/>
                </a:solidFill>
                <a:latin typeface="Twentieth Century"/>
                <a:ea typeface="Twentieth Century"/>
                <a:cs typeface="Twentieth Century"/>
                <a:sym typeface="Twentieth Century"/>
              </a:rPr>
              <a:t> </a:t>
            </a:r>
            <a:r>
              <a:rPr lang="en-US" sz="2400" dirty="0">
                <a:solidFill>
                  <a:schemeClr val="dk1"/>
                </a:solidFill>
                <a:latin typeface="Twentieth Century"/>
                <a:ea typeface="Twentieth Century"/>
                <a:cs typeface="Twentieth Century"/>
                <a:sym typeface="Twentieth Century"/>
              </a:rPr>
              <a:t>focuses on enabling computers to comprehend and interpret human language effectively.</a:t>
            </a:r>
            <a:endParaRPr dirty="0"/>
          </a:p>
          <a:p>
            <a:pPr marL="319087" indent="-208597">
              <a:lnSpc>
                <a:spcPct val="100000"/>
              </a:lnSpc>
              <a:spcBef>
                <a:spcPts val="700"/>
              </a:spcBef>
              <a:buClr>
                <a:schemeClr val="accent2"/>
              </a:buClr>
              <a:buSzPts val="1740"/>
              <a:buNone/>
            </a:pPr>
            <a:endParaRPr sz="2900" dirty="0">
              <a:solidFill>
                <a:schemeClr val="dk1"/>
              </a:solidFill>
              <a:latin typeface="Twentieth Century"/>
              <a:ea typeface="Twentieth Century"/>
              <a:cs typeface="Twentieth Century"/>
              <a:sym typeface="Twentieth Century"/>
            </a:endParaRPr>
          </a:p>
          <a:p>
            <a:pPr marL="319088" indent="-208598">
              <a:spcBef>
                <a:spcPts val="700"/>
              </a:spcBef>
              <a:buClr>
                <a:schemeClr val="accent2"/>
              </a:buClr>
              <a:buSzPts val="1740"/>
              <a:buNone/>
            </a:pPr>
            <a:endParaRPr sz="2900" dirty="0">
              <a:solidFill>
                <a:schemeClr val="dk1"/>
              </a:solidFill>
              <a:latin typeface="Twentieth Century"/>
              <a:ea typeface="Twentieth Century"/>
              <a:cs typeface="Twentieth Century"/>
              <a:sym typeface="Twentieth Century"/>
            </a:endParaRPr>
          </a:p>
        </p:txBody>
      </p:sp>
      <p:pic>
        <p:nvPicPr>
          <p:cNvPr id="352" name="Google Shape;352;p50"/>
          <p:cNvPicPr preferRelativeResize="0"/>
          <p:nvPr/>
        </p:nvPicPr>
        <p:blipFill rotWithShape="1">
          <a:blip r:embed="rId3">
            <a:alphaModFix/>
          </a:blip>
          <a:srcRect/>
          <a:stretch/>
        </p:blipFill>
        <p:spPr>
          <a:xfrm>
            <a:off x="3124201" y="3733800"/>
            <a:ext cx="6448425" cy="22479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p51"/>
          <p:cNvSpPr txBox="1">
            <a:spLocks noGrp="1"/>
          </p:cNvSpPr>
          <p:nvPr>
            <p:ph type="title"/>
          </p:nvPr>
        </p:nvSpPr>
        <p:spPr>
          <a:prstGeom prst="rect">
            <a:avLst/>
          </a:prstGeom>
          <a:noFill/>
          <a:ln>
            <a:noFill/>
          </a:ln>
        </p:spPr>
        <p:txBody>
          <a:bodyPr spcFirstLastPara="1" vert="horz" wrap="square" lIns="91425" tIns="45700" rIns="91425" bIns="45700" rtlCol="0" anchor="ctr" anchorCtr="0">
            <a:noAutofit/>
          </a:bodyPr>
          <a:lstStyle/>
          <a:p>
            <a:pPr>
              <a:lnSpc>
                <a:spcPct val="100000"/>
              </a:lnSpc>
              <a:spcBef>
                <a:spcPts val="0"/>
              </a:spcBef>
              <a:buClr>
                <a:schemeClr val="dk2"/>
              </a:buClr>
              <a:buSzPts val="4400"/>
            </a:pPr>
            <a:r>
              <a:rPr lang="en-US" sz="4400">
                <a:solidFill>
                  <a:schemeClr val="dk2"/>
                </a:solidFill>
                <a:latin typeface="Twentieth Century"/>
                <a:ea typeface="Twentieth Century"/>
                <a:cs typeface="Twentieth Century"/>
                <a:sym typeface="Twentieth Century"/>
              </a:rPr>
              <a:t>NLG</a:t>
            </a:r>
            <a:endParaRPr/>
          </a:p>
        </p:txBody>
      </p:sp>
      <p:sp>
        <p:nvSpPr>
          <p:cNvPr id="358" name="Google Shape;358;p51"/>
          <p:cNvSpPr txBox="1">
            <a:spLocks noGrp="1"/>
          </p:cNvSpPr>
          <p:nvPr>
            <p:ph idx="1"/>
          </p:nvPr>
        </p:nvSpPr>
        <p:spPr>
          <a:prstGeom prst="rect">
            <a:avLst/>
          </a:prstGeom>
          <a:noFill/>
          <a:ln>
            <a:noFill/>
          </a:ln>
        </p:spPr>
        <p:txBody>
          <a:bodyPr spcFirstLastPara="1" vert="horz" wrap="square" lIns="91425" tIns="45700" rIns="91425" bIns="45700" rtlCol="0" anchor="t" anchorCtr="0">
            <a:noAutofit/>
          </a:bodyPr>
          <a:lstStyle/>
          <a:p>
            <a:pPr marL="319087" indent="-319087" algn="just">
              <a:lnSpc>
                <a:spcPct val="100000"/>
              </a:lnSpc>
              <a:spcBef>
                <a:spcPts val="0"/>
              </a:spcBef>
              <a:buClr>
                <a:schemeClr val="accent2"/>
              </a:buClr>
              <a:buSzPts val="1080"/>
              <a:buFont typeface="Noto Sans Symbols"/>
              <a:buChar char="◻"/>
            </a:pPr>
            <a:r>
              <a:rPr lang="en-US" sz="1800">
                <a:solidFill>
                  <a:schemeClr val="dk1"/>
                </a:solidFill>
                <a:latin typeface="Twentieth Century"/>
                <a:ea typeface="Twentieth Century"/>
                <a:cs typeface="Twentieth Century"/>
                <a:sym typeface="Twentieth Century"/>
              </a:rPr>
              <a:t>Natural Language Generation (NLG) is the process of </a:t>
            </a:r>
            <a:r>
              <a:rPr lang="en-US" sz="1800">
                <a:solidFill>
                  <a:srgbClr val="FF0000"/>
                </a:solidFill>
                <a:latin typeface="Twentieth Century"/>
                <a:ea typeface="Twentieth Century"/>
                <a:cs typeface="Twentieth Century"/>
                <a:sym typeface="Twentieth Century"/>
              </a:rPr>
              <a:t>generating</a:t>
            </a:r>
            <a:r>
              <a:rPr lang="en-US" sz="1800">
                <a:solidFill>
                  <a:schemeClr val="dk1"/>
                </a:solidFill>
                <a:latin typeface="Twentieth Century"/>
                <a:ea typeface="Twentieth Century"/>
                <a:cs typeface="Twentieth Century"/>
                <a:sym typeface="Twentieth Century"/>
              </a:rPr>
              <a:t> human-like language by machines. NLG systems take structured data or other forms of information inputs and transform them into coherent and expressive natural language output. NLG can be used to automatically generate news articles, product descriptions, personalized recommendations, and much more.</a:t>
            </a:r>
            <a:endParaRPr/>
          </a:p>
          <a:p>
            <a:pPr marL="319087" indent="-319087" algn="just">
              <a:lnSpc>
                <a:spcPct val="100000"/>
              </a:lnSpc>
              <a:spcBef>
                <a:spcPts val="700"/>
              </a:spcBef>
              <a:buClr>
                <a:schemeClr val="accent2"/>
              </a:buClr>
              <a:buSzPts val="1080"/>
              <a:buFont typeface="Noto Sans Symbols"/>
              <a:buChar char="◻"/>
            </a:pPr>
            <a:r>
              <a:rPr lang="en-US" sz="1800">
                <a:solidFill>
                  <a:schemeClr val="dk1"/>
                </a:solidFill>
                <a:latin typeface="Twentieth Century"/>
                <a:ea typeface="Twentieth Century"/>
                <a:cs typeface="Twentieth Century"/>
                <a:sym typeface="Twentieth Century"/>
              </a:rPr>
              <a:t>An interesting use case for NLG is in the field of data visualization, where it can automatically generate </a:t>
            </a:r>
            <a:r>
              <a:rPr lang="en-US" sz="1800">
                <a:solidFill>
                  <a:srgbClr val="FF0000"/>
                </a:solidFill>
                <a:latin typeface="Twentieth Century"/>
                <a:ea typeface="Twentieth Century"/>
                <a:cs typeface="Twentieth Century"/>
                <a:sym typeface="Twentieth Century"/>
              </a:rPr>
              <a:t>descriptions </a:t>
            </a:r>
            <a:r>
              <a:rPr lang="en-US" sz="1800">
                <a:solidFill>
                  <a:schemeClr val="dk1"/>
                </a:solidFill>
                <a:latin typeface="Twentieth Century"/>
                <a:ea typeface="Twentieth Century"/>
                <a:cs typeface="Twentieth Century"/>
                <a:sym typeface="Twentieth Century"/>
              </a:rPr>
              <a:t>or </a:t>
            </a:r>
            <a:r>
              <a:rPr lang="en-US" sz="1800">
                <a:solidFill>
                  <a:srgbClr val="FF0000"/>
                </a:solidFill>
                <a:latin typeface="Twentieth Century"/>
                <a:ea typeface="Twentieth Century"/>
                <a:cs typeface="Twentieth Century"/>
                <a:sym typeface="Twentieth Century"/>
              </a:rPr>
              <a:t>narratives</a:t>
            </a:r>
            <a:r>
              <a:rPr lang="en-US" sz="1800">
                <a:solidFill>
                  <a:schemeClr val="dk1"/>
                </a:solidFill>
                <a:latin typeface="Twentieth Century"/>
                <a:ea typeface="Twentieth Century"/>
                <a:cs typeface="Twentieth Century"/>
                <a:sym typeface="Twentieth Century"/>
              </a:rPr>
              <a:t> that explain the patterns or insights derived from data visualizations, making them more accessible and understandable for non-technical users.</a:t>
            </a:r>
            <a:endParaRPr/>
          </a:p>
        </p:txBody>
      </p:sp>
      <p:pic>
        <p:nvPicPr>
          <p:cNvPr id="359" name="Google Shape;359;p51"/>
          <p:cNvPicPr preferRelativeResize="0"/>
          <p:nvPr/>
        </p:nvPicPr>
        <p:blipFill rotWithShape="1">
          <a:blip r:embed="rId3">
            <a:alphaModFix/>
          </a:blip>
          <a:srcRect/>
          <a:stretch/>
        </p:blipFill>
        <p:spPr>
          <a:xfrm>
            <a:off x="2667000" y="4375150"/>
            <a:ext cx="6724650" cy="22479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4" name="Google Shape;364;p52"/>
          <p:cNvSpPr txBox="1">
            <a:spLocks noGrp="1"/>
          </p:cNvSpPr>
          <p:nvPr>
            <p:ph type="title"/>
          </p:nvPr>
        </p:nvSpPr>
        <p:spPr>
          <a:prstGeom prst="rect">
            <a:avLst/>
          </a:prstGeom>
          <a:noFill/>
          <a:ln>
            <a:noFill/>
          </a:ln>
        </p:spPr>
        <p:txBody>
          <a:bodyPr spcFirstLastPara="1" vert="horz" wrap="square" lIns="91425" tIns="45700" rIns="91425" bIns="45700" rtlCol="0" anchor="ctr" anchorCtr="0">
            <a:noAutofit/>
          </a:bodyPr>
          <a:lstStyle/>
          <a:p>
            <a:pPr>
              <a:lnSpc>
                <a:spcPct val="100000"/>
              </a:lnSpc>
              <a:spcBef>
                <a:spcPts val="0"/>
              </a:spcBef>
              <a:buClr>
                <a:schemeClr val="dk2"/>
              </a:buClr>
              <a:buSzPts val="4400"/>
            </a:pPr>
            <a:r>
              <a:rPr lang="en-US" sz="4400">
                <a:solidFill>
                  <a:schemeClr val="dk2"/>
                </a:solidFill>
                <a:latin typeface="Twentieth Century"/>
                <a:ea typeface="Twentieth Century"/>
                <a:cs typeface="Twentieth Century"/>
                <a:sym typeface="Twentieth Century"/>
              </a:rPr>
              <a:t>MT</a:t>
            </a:r>
            <a:endParaRPr/>
          </a:p>
        </p:txBody>
      </p:sp>
      <p:sp>
        <p:nvSpPr>
          <p:cNvPr id="365" name="Google Shape;365;p52"/>
          <p:cNvSpPr txBox="1">
            <a:spLocks noGrp="1"/>
          </p:cNvSpPr>
          <p:nvPr>
            <p:ph idx="1"/>
          </p:nvPr>
        </p:nvSpPr>
        <p:spPr>
          <a:prstGeom prst="rect">
            <a:avLst/>
          </a:prstGeom>
          <a:noFill/>
          <a:ln>
            <a:noFill/>
          </a:ln>
        </p:spPr>
        <p:txBody>
          <a:bodyPr spcFirstLastPara="1" vert="horz" wrap="square" lIns="91425" tIns="45700" rIns="91425" bIns="45700" rtlCol="0" anchor="t" anchorCtr="0">
            <a:noAutofit/>
          </a:bodyPr>
          <a:lstStyle/>
          <a:p>
            <a:pPr marL="319087" indent="-319087">
              <a:lnSpc>
                <a:spcPct val="100000"/>
              </a:lnSpc>
              <a:spcBef>
                <a:spcPts val="0"/>
              </a:spcBef>
              <a:buClr>
                <a:schemeClr val="accent2"/>
              </a:buClr>
              <a:buSzPts val="1740"/>
              <a:buFont typeface="Noto Sans Symbols"/>
              <a:buChar char="◻"/>
            </a:pPr>
            <a:r>
              <a:rPr lang="en-US" sz="2900">
                <a:solidFill>
                  <a:schemeClr val="dk1"/>
                </a:solidFill>
                <a:latin typeface="Twentieth Century"/>
                <a:ea typeface="Twentieth Century"/>
                <a:cs typeface="Twentieth Century"/>
                <a:sym typeface="Twentieth Century"/>
              </a:rPr>
              <a:t>Machine Translation (MT) is the automated process of </a:t>
            </a:r>
            <a:r>
              <a:rPr lang="en-US" sz="2900">
                <a:solidFill>
                  <a:srgbClr val="FF0000"/>
                </a:solidFill>
                <a:latin typeface="Twentieth Century"/>
                <a:ea typeface="Twentieth Century"/>
                <a:cs typeface="Twentieth Century"/>
                <a:sym typeface="Twentieth Century"/>
              </a:rPr>
              <a:t>translating text or speech</a:t>
            </a:r>
            <a:r>
              <a:rPr lang="en-US" sz="2900">
                <a:solidFill>
                  <a:schemeClr val="dk1"/>
                </a:solidFill>
                <a:latin typeface="Twentieth Century"/>
                <a:ea typeface="Twentieth Century"/>
                <a:cs typeface="Twentieth Century"/>
                <a:sym typeface="Twentieth Century"/>
              </a:rPr>
              <a:t> from one language to another. MT systems utilize complex algorithms and statistical models to </a:t>
            </a:r>
            <a:r>
              <a:rPr lang="en-US" sz="2900">
                <a:solidFill>
                  <a:srgbClr val="FF0000"/>
                </a:solidFill>
                <a:latin typeface="Twentieth Century"/>
                <a:ea typeface="Twentieth Century"/>
                <a:cs typeface="Twentieth Century"/>
                <a:sym typeface="Twentieth Century"/>
              </a:rPr>
              <a:t>analyze linguistic patterns and translate content</a:t>
            </a:r>
            <a:r>
              <a:rPr lang="en-US" sz="2900">
                <a:solidFill>
                  <a:schemeClr val="dk1"/>
                </a:solidFill>
                <a:latin typeface="Twentieth Century"/>
                <a:ea typeface="Twentieth Century"/>
                <a:cs typeface="Twentieth Century"/>
                <a:sym typeface="Twentieth Century"/>
              </a:rPr>
              <a:t> with reasonable accuracy.</a:t>
            </a:r>
            <a:endParaRPr/>
          </a:p>
        </p:txBody>
      </p:sp>
      <p:pic>
        <p:nvPicPr>
          <p:cNvPr id="366" name="Google Shape;366;p52"/>
          <p:cNvPicPr preferRelativeResize="0"/>
          <p:nvPr/>
        </p:nvPicPr>
        <p:blipFill rotWithShape="1">
          <a:blip r:embed="rId3">
            <a:alphaModFix/>
          </a:blip>
          <a:srcRect/>
          <a:stretch/>
        </p:blipFill>
        <p:spPr>
          <a:xfrm>
            <a:off x="2755900" y="3962401"/>
            <a:ext cx="6743700" cy="221932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sp>
        <p:nvSpPr>
          <p:cNvPr id="372" name="Google Shape;372;p53"/>
          <p:cNvSpPr txBox="1">
            <a:spLocks noGrp="1"/>
          </p:cNvSpPr>
          <p:nvPr>
            <p:ph type="title"/>
          </p:nvPr>
        </p:nvSpPr>
        <p:spPr>
          <a:xfrm>
            <a:off x="2016125" y="215900"/>
            <a:ext cx="8228012" cy="615950"/>
          </a:xfrm>
          <a:prstGeom prst="rect">
            <a:avLst/>
          </a:prstGeom>
          <a:noFill/>
          <a:ln>
            <a:noFill/>
          </a:ln>
        </p:spPr>
        <p:txBody>
          <a:bodyPr spcFirstLastPara="1" vert="horz" wrap="square" lIns="82925" tIns="41450" rIns="82925" bIns="41450" rtlCol="0" anchor="ctr" anchorCtr="0">
            <a:noAutofit/>
          </a:bodyPr>
          <a:lstStyle/>
          <a:p>
            <a:pPr>
              <a:lnSpc>
                <a:spcPct val="100000"/>
              </a:lnSpc>
              <a:spcBef>
                <a:spcPts val="0"/>
              </a:spcBef>
              <a:buClr>
                <a:schemeClr val="dk2"/>
              </a:buClr>
              <a:buSzPts val="2900"/>
            </a:pPr>
            <a:r>
              <a:rPr lang="en-US" sz="2900" b="1">
                <a:solidFill>
                  <a:schemeClr val="dk2"/>
                </a:solidFill>
                <a:latin typeface="Times"/>
                <a:ea typeface="Times"/>
                <a:cs typeface="Times"/>
                <a:sym typeface="Times"/>
              </a:rPr>
              <a:t>Areas of Artificial Intelligence ...</a:t>
            </a:r>
            <a:endParaRPr/>
          </a:p>
        </p:txBody>
      </p:sp>
      <p:sp>
        <p:nvSpPr>
          <p:cNvPr id="373" name="Google Shape;373;p53"/>
          <p:cNvSpPr txBox="1">
            <a:spLocks noGrp="1"/>
          </p:cNvSpPr>
          <p:nvPr>
            <p:ph idx="1"/>
          </p:nvPr>
        </p:nvSpPr>
        <p:spPr>
          <a:xfrm>
            <a:off x="1981200" y="1600200"/>
            <a:ext cx="8228012" cy="4724400"/>
          </a:xfrm>
          <a:prstGeom prst="rect">
            <a:avLst/>
          </a:prstGeom>
          <a:noFill/>
          <a:ln>
            <a:noFill/>
          </a:ln>
        </p:spPr>
        <p:txBody>
          <a:bodyPr spcFirstLastPara="1" vert="horz" wrap="square" lIns="82925" tIns="41450" rIns="82925" bIns="41450" rtlCol="0" anchor="t" anchorCtr="0">
            <a:noAutofit/>
          </a:bodyPr>
          <a:lstStyle/>
          <a:p>
            <a:pPr marL="320675" lvl="1" indent="-90805">
              <a:lnSpc>
                <a:spcPct val="100000"/>
              </a:lnSpc>
              <a:spcBef>
                <a:spcPts val="0"/>
              </a:spcBef>
              <a:buClr>
                <a:schemeClr val="accent1"/>
              </a:buClr>
              <a:buSzPts val="1430"/>
              <a:buFont typeface="Noto Sans Symbols"/>
              <a:buChar char="▪"/>
            </a:pPr>
            <a:r>
              <a:rPr lang="en-US" sz="2600" dirty="0">
                <a:solidFill>
                  <a:schemeClr val="dk1"/>
                </a:solidFill>
                <a:latin typeface="Twentieth Century"/>
                <a:ea typeface="Twentieth Century"/>
                <a:cs typeface="Twentieth Century"/>
                <a:sym typeface="Twentieth Century"/>
              </a:rPr>
              <a:t>R</a:t>
            </a:r>
            <a:r>
              <a:rPr lang="en-US" sz="2800" dirty="0">
                <a:solidFill>
                  <a:schemeClr val="dk1"/>
                </a:solidFill>
                <a:latin typeface="Twentieth Century"/>
                <a:ea typeface="Twentieth Century"/>
                <a:cs typeface="Twentieth Century"/>
                <a:sym typeface="Twentieth Century"/>
              </a:rPr>
              <a:t>obotics </a:t>
            </a:r>
            <a:endParaRPr dirty="0"/>
          </a:p>
          <a:p>
            <a:pPr marL="320675" lvl="1" indent="-97790">
              <a:lnSpc>
                <a:spcPct val="100000"/>
              </a:lnSpc>
              <a:spcBef>
                <a:spcPts val="500"/>
              </a:spcBef>
              <a:buClr>
                <a:schemeClr val="accent1"/>
              </a:buClr>
              <a:buSzPts val="1540"/>
              <a:buFont typeface="Noto Sans Symbols"/>
              <a:buChar char="▪"/>
            </a:pPr>
            <a:r>
              <a:rPr lang="en-US" sz="2800" dirty="0">
                <a:solidFill>
                  <a:schemeClr val="dk1"/>
                </a:solidFill>
                <a:latin typeface="Twentieth Century"/>
                <a:ea typeface="Twentieth Century"/>
                <a:cs typeface="Twentieth Century"/>
                <a:sym typeface="Twentieth Century"/>
              </a:rPr>
              <a:t>Planning </a:t>
            </a:r>
            <a:endParaRPr dirty="0"/>
          </a:p>
          <a:p>
            <a:pPr marL="320675" lvl="1" indent="-97790">
              <a:lnSpc>
                <a:spcPct val="100000"/>
              </a:lnSpc>
              <a:spcBef>
                <a:spcPts val="500"/>
              </a:spcBef>
              <a:buClr>
                <a:schemeClr val="accent1"/>
              </a:buClr>
              <a:buSzPts val="1540"/>
              <a:buFont typeface="Noto Sans Symbols"/>
              <a:buChar char="▪"/>
            </a:pPr>
            <a:r>
              <a:rPr lang="en-US" sz="2800" dirty="0">
                <a:solidFill>
                  <a:schemeClr val="dk1"/>
                </a:solidFill>
                <a:latin typeface="Twentieth Century"/>
                <a:ea typeface="Twentieth Century"/>
                <a:cs typeface="Twentieth Century"/>
                <a:sym typeface="Twentieth Century"/>
              </a:rPr>
              <a:t>Expert Systems </a:t>
            </a:r>
            <a:endParaRPr dirty="0"/>
          </a:p>
          <a:p>
            <a:pPr marL="320675" lvl="1" indent="-97790">
              <a:lnSpc>
                <a:spcPct val="100000"/>
              </a:lnSpc>
              <a:spcBef>
                <a:spcPts val="500"/>
              </a:spcBef>
              <a:buClr>
                <a:schemeClr val="accent1"/>
              </a:buClr>
              <a:buSzPts val="1540"/>
              <a:buFont typeface="Noto Sans Symbols"/>
              <a:buChar char="▪"/>
            </a:pPr>
            <a:r>
              <a:rPr lang="en-US" sz="2800" dirty="0">
                <a:solidFill>
                  <a:schemeClr val="dk1"/>
                </a:solidFill>
                <a:latin typeface="Twentieth Century"/>
                <a:ea typeface="Twentieth Century"/>
                <a:cs typeface="Twentieth Century"/>
                <a:sym typeface="Twentieth Century"/>
              </a:rPr>
              <a:t>Machine Learning </a:t>
            </a:r>
            <a:endParaRPr dirty="0"/>
          </a:p>
          <a:p>
            <a:pPr marL="320675" lvl="1" indent="-97790">
              <a:lnSpc>
                <a:spcPct val="100000"/>
              </a:lnSpc>
              <a:spcBef>
                <a:spcPts val="500"/>
              </a:spcBef>
              <a:buClr>
                <a:schemeClr val="accent1"/>
              </a:buClr>
              <a:buSzPts val="1540"/>
              <a:buFont typeface="Noto Sans Symbols"/>
              <a:buChar char="▪"/>
            </a:pPr>
            <a:r>
              <a:rPr lang="en-US" sz="2800" dirty="0">
                <a:solidFill>
                  <a:schemeClr val="dk1"/>
                </a:solidFill>
                <a:latin typeface="Twentieth Century"/>
                <a:ea typeface="Twentieth Century"/>
                <a:cs typeface="Twentieth Century"/>
                <a:sym typeface="Twentieth Century"/>
              </a:rPr>
              <a:t>Theorem Proving </a:t>
            </a:r>
            <a:endParaRPr dirty="0"/>
          </a:p>
          <a:p>
            <a:pPr marL="320675" lvl="1" indent="-97790">
              <a:lnSpc>
                <a:spcPct val="100000"/>
              </a:lnSpc>
              <a:spcBef>
                <a:spcPts val="500"/>
              </a:spcBef>
              <a:buClr>
                <a:schemeClr val="accent1"/>
              </a:buClr>
              <a:buSzPts val="1540"/>
              <a:buFont typeface="Noto Sans Symbols"/>
              <a:buChar char="▪"/>
            </a:pPr>
            <a:r>
              <a:rPr lang="en-US" sz="2800" dirty="0">
                <a:solidFill>
                  <a:schemeClr val="dk1"/>
                </a:solidFill>
                <a:latin typeface="Twentieth Century"/>
                <a:ea typeface="Twentieth Century"/>
                <a:cs typeface="Twentieth Century"/>
                <a:sym typeface="Twentieth Century"/>
              </a:rPr>
              <a:t>Symbolic Mathematics </a:t>
            </a:r>
            <a:endParaRPr dirty="0"/>
          </a:p>
          <a:p>
            <a:pPr marL="320675" lvl="1" indent="-97790">
              <a:lnSpc>
                <a:spcPct val="100000"/>
              </a:lnSpc>
              <a:spcBef>
                <a:spcPts val="500"/>
              </a:spcBef>
              <a:buClr>
                <a:schemeClr val="accent1"/>
              </a:buClr>
              <a:buSzPts val="1540"/>
              <a:buFont typeface="Noto Sans Symbols"/>
              <a:buChar char="▪"/>
            </a:pPr>
            <a:r>
              <a:rPr lang="en-US" sz="2800" dirty="0">
                <a:solidFill>
                  <a:schemeClr val="dk1"/>
                </a:solidFill>
                <a:latin typeface="Twentieth Century"/>
                <a:ea typeface="Twentieth Century"/>
                <a:cs typeface="Twentieth Century"/>
                <a:sym typeface="Twentieth Century"/>
              </a:rPr>
              <a:t>Game Playing </a:t>
            </a:r>
            <a:endParaRPr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54"/>
          <p:cNvSpPr txBox="1">
            <a:spLocks noGrp="1"/>
          </p:cNvSpPr>
          <p:nvPr>
            <p:ph type="title"/>
          </p:nvPr>
        </p:nvSpPr>
        <p:spPr>
          <a:xfrm>
            <a:off x="2016125" y="215900"/>
            <a:ext cx="8228012" cy="615950"/>
          </a:xfrm>
          <a:prstGeom prst="rect">
            <a:avLst/>
          </a:prstGeom>
          <a:noFill/>
          <a:ln>
            <a:noFill/>
          </a:ln>
        </p:spPr>
        <p:txBody>
          <a:bodyPr spcFirstLastPara="1" vert="horz" wrap="square" lIns="82925" tIns="41450" rIns="82925" bIns="41450" rtlCol="0" anchor="ctr" anchorCtr="0">
            <a:noAutofit/>
          </a:bodyPr>
          <a:lstStyle/>
          <a:p>
            <a:pPr>
              <a:lnSpc>
                <a:spcPct val="100000"/>
              </a:lnSpc>
              <a:spcBef>
                <a:spcPts val="0"/>
              </a:spcBef>
              <a:buClr>
                <a:schemeClr val="dk2"/>
              </a:buClr>
              <a:buSzPts val="2900"/>
            </a:pPr>
            <a:r>
              <a:rPr lang="en-US" sz="2900" b="1">
                <a:solidFill>
                  <a:schemeClr val="dk2"/>
                </a:solidFill>
                <a:latin typeface="Times"/>
                <a:ea typeface="Times"/>
                <a:cs typeface="Times"/>
                <a:sym typeface="Times"/>
              </a:rPr>
              <a:t>Robotics</a:t>
            </a:r>
            <a:r>
              <a:rPr lang="en-US" sz="2900">
                <a:solidFill>
                  <a:schemeClr val="dk2"/>
                </a:solidFill>
                <a:latin typeface="Times"/>
                <a:ea typeface="Times"/>
                <a:cs typeface="Times"/>
                <a:sym typeface="Times"/>
              </a:rPr>
              <a:t> </a:t>
            </a:r>
            <a:endParaRPr/>
          </a:p>
        </p:txBody>
      </p:sp>
      <p:sp>
        <p:nvSpPr>
          <p:cNvPr id="380" name="Google Shape;380;p54"/>
          <p:cNvSpPr txBox="1">
            <a:spLocks noGrp="1"/>
          </p:cNvSpPr>
          <p:nvPr>
            <p:ph idx="1"/>
          </p:nvPr>
        </p:nvSpPr>
        <p:spPr>
          <a:xfrm>
            <a:off x="1905000" y="1890713"/>
            <a:ext cx="8228012" cy="4967287"/>
          </a:xfrm>
          <a:prstGeom prst="rect">
            <a:avLst/>
          </a:prstGeom>
          <a:noFill/>
          <a:ln>
            <a:noFill/>
          </a:ln>
        </p:spPr>
        <p:txBody>
          <a:bodyPr spcFirstLastPara="1" vert="horz" wrap="square" lIns="82925" tIns="41450" rIns="82925" bIns="41450" rtlCol="0" anchor="t" anchorCtr="0">
            <a:noAutofit/>
          </a:bodyPr>
          <a:lstStyle/>
          <a:p>
            <a:pPr marL="319087" indent="-319087">
              <a:lnSpc>
                <a:spcPct val="100000"/>
              </a:lnSpc>
              <a:spcBef>
                <a:spcPts val="0"/>
              </a:spcBef>
              <a:buClr>
                <a:schemeClr val="accent2"/>
              </a:buClr>
              <a:buSzPts val="1740"/>
              <a:buFont typeface="Noto Sans Symbols"/>
              <a:buChar char="◻"/>
            </a:pPr>
            <a:r>
              <a:rPr lang="en-US" sz="2900">
                <a:solidFill>
                  <a:schemeClr val="dk1"/>
                </a:solidFill>
                <a:latin typeface="Twentieth Century"/>
                <a:ea typeface="Twentieth Century"/>
                <a:cs typeface="Twentieth Century"/>
                <a:sym typeface="Twentieth Century"/>
              </a:rPr>
              <a:t>Although industrial robots have been expensive, robot hardware can be cheap: Radio Shack has sold a working robot arm and hand for $15. The limiting factor in application of robotics is not the cost of the robot hardware itself. </a:t>
            </a:r>
            <a:endParaRPr/>
          </a:p>
          <a:p>
            <a:pPr marL="319087" indent="-319087">
              <a:lnSpc>
                <a:spcPct val="100000"/>
              </a:lnSpc>
              <a:spcBef>
                <a:spcPts val="700"/>
              </a:spcBef>
              <a:buClr>
                <a:schemeClr val="accent2"/>
              </a:buClr>
              <a:buSzPts val="1740"/>
              <a:buFont typeface="Noto Sans Symbols"/>
              <a:buChar char="◻"/>
            </a:pPr>
            <a:r>
              <a:rPr lang="en-US" sz="2900">
                <a:solidFill>
                  <a:schemeClr val="dk1"/>
                </a:solidFill>
                <a:latin typeface="Twentieth Century"/>
                <a:ea typeface="Twentieth Century"/>
                <a:cs typeface="Twentieth Century"/>
                <a:sym typeface="Twentieth Century"/>
              </a:rPr>
              <a:t>What is needed is perception and intelligence to tell the robot what to do; ``blind'' robots are limited to very well-structured tasks (like spray painting car bodies).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55"/>
          <p:cNvSpPr txBox="1">
            <a:spLocks noGrp="1"/>
          </p:cNvSpPr>
          <p:nvPr>
            <p:ph type="title"/>
          </p:nvPr>
        </p:nvSpPr>
        <p:spPr>
          <a:xfrm>
            <a:off x="2016125" y="215900"/>
            <a:ext cx="8228012" cy="615950"/>
          </a:xfrm>
          <a:prstGeom prst="rect">
            <a:avLst/>
          </a:prstGeom>
          <a:noFill/>
          <a:ln>
            <a:noFill/>
          </a:ln>
        </p:spPr>
        <p:txBody>
          <a:bodyPr spcFirstLastPara="1" vert="horz" wrap="square" lIns="82925" tIns="41450" rIns="82925" bIns="41450" rtlCol="0" anchor="ctr" anchorCtr="0">
            <a:noAutofit/>
          </a:bodyPr>
          <a:lstStyle/>
          <a:p>
            <a:pPr marL="390525" indent="-293687">
              <a:lnSpc>
                <a:spcPct val="100000"/>
              </a:lnSpc>
              <a:spcBef>
                <a:spcPts val="0"/>
              </a:spcBef>
              <a:buClr>
                <a:schemeClr val="dk2"/>
              </a:buClr>
              <a:buSzPts val="2900"/>
            </a:pPr>
            <a:r>
              <a:rPr lang="en-US" sz="2900" b="1">
                <a:solidFill>
                  <a:schemeClr val="dk2"/>
                </a:solidFill>
                <a:latin typeface="Times"/>
                <a:ea typeface="Times"/>
                <a:cs typeface="Times"/>
                <a:sym typeface="Times"/>
              </a:rPr>
              <a:t>Planning</a:t>
            </a:r>
            <a:endParaRPr/>
          </a:p>
        </p:txBody>
      </p:sp>
      <p:sp>
        <p:nvSpPr>
          <p:cNvPr id="387" name="Google Shape;387;p55"/>
          <p:cNvSpPr txBox="1">
            <a:spLocks noGrp="1"/>
          </p:cNvSpPr>
          <p:nvPr>
            <p:ph idx="1"/>
          </p:nvPr>
        </p:nvSpPr>
        <p:spPr>
          <a:xfrm>
            <a:off x="1981200" y="1890713"/>
            <a:ext cx="8228012" cy="4281487"/>
          </a:xfrm>
          <a:prstGeom prst="rect">
            <a:avLst/>
          </a:prstGeom>
          <a:noFill/>
          <a:ln>
            <a:noFill/>
          </a:ln>
        </p:spPr>
        <p:txBody>
          <a:bodyPr spcFirstLastPara="1" vert="horz" wrap="square" lIns="82925" tIns="41450" rIns="82925" bIns="41450" rtlCol="0" anchor="t" anchorCtr="0">
            <a:noAutofit/>
          </a:bodyPr>
          <a:lstStyle/>
          <a:p>
            <a:pPr marL="319087" indent="-319087">
              <a:lnSpc>
                <a:spcPct val="100000"/>
              </a:lnSpc>
              <a:spcBef>
                <a:spcPts val="0"/>
              </a:spcBef>
              <a:buClr>
                <a:schemeClr val="accent2"/>
              </a:buClr>
              <a:buSzPts val="1740"/>
              <a:buFont typeface="Noto Sans Symbols"/>
              <a:buChar char="◻"/>
            </a:pPr>
            <a:r>
              <a:rPr lang="en-US" sz="2900">
                <a:solidFill>
                  <a:schemeClr val="dk1"/>
                </a:solidFill>
                <a:latin typeface="Twentieth Century"/>
                <a:ea typeface="Twentieth Century"/>
                <a:cs typeface="Twentieth Century"/>
                <a:sym typeface="Twentieth Century"/>
              </a:rPr>
              <a:t>Planning attempts to order actions to achieve goals. </a:t>
            </a:r>
            <a:endParaRPr/>
          </a:p>
          <a:p>
            <a:pPr marL="319087" indent="-208597">
              <a:lnSpc>
                <a:spcPct val="100000"/>
              </a:lnSpc>
              <a:spcBef>
                <a:spcPts val="700"/>
              </a:spcBef>
              <a:buClr>
                <a:schemeClr val="accent2"/>
              </a:buClr>
              <a:buSzPts val="1740"/>
              <a:buNone/>
            </a:pPr>
            <a:endParaRPr sz="2900">
              <a:solidFill>
                <a:schemeClr val="dk1"/>
              </a:solidFill>
              <a:latin typeface="Twentieth Century"/>
              <a:ea typeface="Twentieth Century"/>
              <a:cs typeface="Twentieth Century"/>
              <a:sym typeface="Twentieth Century"/>
            </a:endParaRPr>
          </a:p>
          <a:p>
            <a:pPr marL="319087" indent="-319087">
              <a:lnSpc>
                <a:spcPct val="100000"/>
              </a:lnSpc>
              <a:spcBef>
                <a:spcPts val="700"/>
              </a:spcBef>
              <a:buClr>
                <a:schemeClr val="accent2"/>
              </a:buClr>
              <a:buSzPts val="1740"/>
              <a:buFont typeface="Noto Sans Symbols"/>
              <a:buChar char="◻"/>
            </a:pPr>
            <a:r>
              <a:rPr lang="en-US" sz="2900">
                <a:solidFill>
                  <a:schemeClr val="dk1"/>
                </a:solidFill>
                <a:latin typeface="Twentieth Century"/>
                <a:ea typeface="Twentieth Century"/>
                <a:cs typeface="Twentieth Century"/>
                <a:sym typeface="Twentieth Century"/>
              </a:rPr>
              <a:t>Planning applications include logistics, manufacturing scheduling, planning manufacturing steps to construct a desired product. </a:t>
            </a:r>
            <a:endParaRPr/>
          </a:p>
          <a:p>
            <a:pPr marL="319087" indent="-208597">
              <a:lnSpc>
                <a:spcPct val="100000"/>
              </a:lnSpc>
              <a:spcBef>
                <a:spcPts val="700"/>
              </a:spcBef>
              <a:buClr>
                <a:schemeClr val="accent2"/>
              </a:buClr>
              <a:buSzPts val="1740"/>
              <a:buNone/>
            </a:pPr>
            <a:endParaRPr sz="2900">
              <a:solidFill>
                <a:schemeClr val="dk1"/>
              </a:solidFill>
              <a:latin typeface="Twentieth Century"/>
              <a:ea typeface="Twentieth Century"/>
              <a:cs typeface="Twentieth Century"/>
              <a:sym typeface="Twentieth Century"/>
            </a:endParaRPr>
          </a:p>
          <a:p>
            <a:pPr marL="319087" indent="-319087">
              <a:lnSpc>
                <a:spcPct val="100000"/>
              </a:lnSpc>
              <a:spcBef>
                <a:spcPts val="700"/>
              </a:spcBef>
              <a:buClr>
                <a:schemeClr val="accent2"/>
              </a:buClr>
              <a:buSzPts val="1740"/>
              <a:buFont typeface="Noto Sans Symbols"/>
              <a:buChar char="◻"/>
            </a:pPr>
            <a:r>
              <a:rPr lang="en-US" sz="2900">
                <a:solidFill>
                  <a:schemeClr val="dk1"/>
                </a:solidFill>
                <a:latin typeface="Twentieth Century"/>
                <a:ea typeface="Twentieth Century"/>
                <a:cs typeface="Twentieth Century"/>
                <a:sym typeface="Twentieth Century"/>
              </a:rPr>
              <a:t>There are huge amounts of money to be saved through better planning.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56"/>
          <p:cNvSpPr txBox="1">
            <a:spLocks noGrp="1"/>
          </p:cNvSpPr>
          <p:nvPr>
            <p:ph type="title"/>
          </p:nvPr>
        </p:nvSpPr>
        <p:spPr>
          <a:xfrm>
            <a:off x="2016125" y="215900"/>
            <a:ext cx="8228012" cy="615950"/>
          </a:xfrm>
          <a:prstGeom prst="rect">
            <a:avLst/>
          </a:prstGeom>
          <a:noFill/>
          <a:ln>
            <a:noFill/>
          </a:ln>
        </p:spPr>
        <p:txBody>
          <a:bodyPr spcFirstLastPara="1" vert="horz" wrap="square" lIns="82925" tIns="41450" rIns="82925" bIns="41450" rtlCol="0" anchor="ctr" anchorCtr="0">
            <a:noAutofit/>
          </a:bodyPr>
          <a:lstStyle/>
          <a:p>
            <a:pPr marL="390525" indent="-293687">
              <a:lnSpc>
                <a:spcPct val="100000"/>
              </a:lnSpc>
              <a:spcBef>
                <a:spcPts val="0"/>
              </a:spcBef>
              <a:buClr>
                <a:schemeClr val="dk2"/>
              </a:buClr>
              <a:buSzPts val="2900"/>
            </a:pPr>
            <a:r>
              <a:rPr lang="en-US" sz="2900" b="1">
                <a:solidFill>
                  <a:schemeClr val="dk2"/>
                </a:solidFill>
                <a:latin typeface="Times"/>
                <a:ea typeface="Times"/>
                <a:cs typeface="Times"/>
                <a:sym typeface="Times"/>
              </a:rPr>
              <a:t>Expert Systems </a:t>
            </a:r>
            <a:endParaRPr/>
          </a:p>
        </p:txBody>
      </p:sp>
      <p:sp>
        <p:nvSpPr>
          <p:cNvPr id="394" name="Google Shape;394;p56"/>
          <p:cNvSpPr txBox="1">
            <a:spLocks noGrp="1"/>
          </p:cNvSpPr>
          <p:nvPr>
            <p:ph idx="1"/>
          </p:nvPr>
        </p:nvSpPr>
        <p:spPr>
          <a:xfrm>
            <a:off x="2057400" y="1524000"/>
            <a:ext cx="8228012" cy="4800600"/>
          </a:xfrm>
          <a:prstGeom prst="rect">
            <a:avLst/>
          </a:prstGeom>
          <a:noFill/>
          <a:ln>
            <a:noFill/>
          </a:ln>
        </p:spPr>
        <p:txBody>
          <a:bodyPr spcFirstLastPara="1" vert="horz" wrap="square" lIns="82925" tIns="41450" rIns="82925" bIns="41450" rtlCol="0" anchor="t" anchorCtr="0">
            <a:noAutofit/>
          </a:bodyPr>
          <a:lstStyle/>
          <a:p>
            <a:pPr marL="319087" indent="-319087">
              <a:lnSpc>
                <a:spcPct val="100000"/>
              </a:lnSpc>
              <a:spcBef>
                <a:spcPts val="0"/>
              </a:spcBef>
              <a:buClr>
                <a:schemeClr val="accent2"/>
              </a:buClr>
              <a:buSzPts val="1200"/>
              <a:buFont typeface="Noto Sans Symbols"/>
              <a:buChar char="◻"/>
            </a:pPr>
            <a:r>
              <a:rPr lang="en-US" sz="2000">
                <a:solidFill>
                  <a:schemeClr val="dk1"/>
                </a:solidFill>
                <a:latin typeface="Times"/>
                <a:ea typeface="Times"/>
                <a:cs typeface="Times"/>
                <a:sym typeface="Times"/>
              </a:rPr>
              <a:t>Expert Systems attempt to capture the knowledge of a human expert and make it available through a computer program. There have been many successful and economically valuable applications of expert systems. </a:t>
            </a:r>
            <a:endParaRPr/>
          </a:p>
          <a:p>
            <a:pPr marL="319087" indent="-242887">
              <a:lnSpc>
                <a:spcPct val="100000"/>
              </a:lnSpc>
              <a:spcBef>
                <a:spcPts val="700"/>
              </a:spcBef>
              <a:buClr>
                <a:schemeClr val="accent2"/>
              </a:buClr>
              <a:buSzPts val="1200"/>
              <a:buNone/>
            </a:pPr>
            <a:endParaRPr sz="2000">
              <a:solidFill>
                <a:schemeClr val="dk1"/>
              </a:solidFill>
              <a:latin typeface="Times"/>
              <a:ea typeface="Times"/>
              <a:cs typeface="Times"/>
              <a:sym typeface="Times"/>
            </a:endParaRPr>
          </a:p>
          <a:p>
            <a:pPr marL="319087" indent="-319087">
              <a:lnSpc>
                <a:spcPct val="100000"/>
              </a:lnSpc>
              <a:spcBef>
                <a:spcPts val="700"/>
              </a:spcBef>
              <a:buClr>
                <a:schemeClr val="accent2"/>
              </a:buClr>
              <a:buSzPts val="1200"/>
              <a:buFont typeface="Noto Sans Symbols"/>
              <a:buChar char="◻"/>
            </a:pPr>
            <a:r>
              <a:rPr lang="en-US" sz="2000">
                <a:solidFill>
                  <a:schemeClr val="dk1"/>
                </a:solidFill>
                <a:latin typeface="Times"/>
                <a:ea typeface="Times"/>
                <a:cs typeface="Times"/>
                <a:sym typeface="Times"/>
              </a:rPr>
              <a:t>Benefits: </a:t>
            </a:r>
            <a:endParaRPr/>
          </a:p>
          <a:p>
            <a:pPr marL="587375" lvl="2" indent="-228600">
              <a:lnSpc>
                <a:spcPct val="100000"/>
              </a:lnSpc>
              <a:spcBef>
                <a:spcPts val="500"/>
              </a:spcBef>
              <a:buClr>
                <a:schemeClr val="accent2"/>
              </a:buClr>
              <a:buSzPts val="1500"/>
              <a:buFont typeface="Noto Sans Symbols"/>
              <a:buChar char="⮚"/>
            </a:pPr>
            <a:r>
              <a:rPr lang="en-US" sz="2000">
                <a:solidFill>
                  <a:schemeClr val="dk1"/>
                </a:solidFill>
                <a:latin typeface="Times"/>
                <a:ea typeface="Times"/>
                <a:cs typeface="Times"/>
                <a:sym typeface="Times"/>
              </a:rPr>
              <a:t>Reducing skill level needed to operate complex devices. </a:t>
            </a:r>
            <a:endParaRPr/>
          </a:p>
          <a:p>
            <a:pPr marL="587375" lvl="2" indent="-228600">
              <a:lnSpc>
                <a:spcPct val="100000"/>
              </a:lnSpc>
              <a:spcBef>
                <a:spcPts val="500"/>
              </a:spcBef>
              <a:buClr>
                <a:schemeClr val="accent2"/>
              </a:buClr>
              <a:buSzPts val="1500"/>
              <a:buFont typeface="Noto Sans Symbols"/>
              <a:buChar char="⮚"/>
            </a:pPr>
            <a:r>
              <a:rPr lang="en-US" sz="2000">
                <a:solidFill>
                  <a:schemeClr val="dk1"/>
                </a:solidFill>
                <a:latin typeface="Times"/>
                <a:ea typeface="Times"/>
                <a:cs typeface="Times"/>
                <a:sym typeface="Times"/>
              </a:rPr>
              <a:t>Diagnostic advice for device repair. </a:t>
            </a:r>
            <a:endParaRPr/>
          </a:p>
          <a:p>
            <a:pPr marL="587375" lvl="2" indent="-228600">
              <a:lnSpc>
                <a:spcPct val="100000"/>
              </a:lnSpc>
              <a:spcBef>
                <a:spcPts val="500"/>
              </a:spcBef>
              <a:buClr>
                <a:schemeClr val="accent2"/>
              </a:buClr>
              <a:buSzPts val="1500"/>
              <a:buFont typeface="Noto Sans Symbols"/>
              <a:buChar char="⮚"/>
            </a:pPr>
            <a:r>
              <a:rPr lang="en-US" sz="2000">
                <a:solidFill>
                  <a:schemeClr val="dk1"/>
                </a:solidFill>
                <a:latin typeface="Times"/>
                <a:ea typeface="Times"/>
                <a:cs typeface="Times"/>
                <a:sym typeface="Times"/>
              </a:rPr>
              <a:t>Interpretation of complex data. </a:t>
            </a:r>
            <a:endParaRPr/>
          </a:p>
          <a:p>
            <a:pPr marL="587375" lvl="2" indent="-228600">
              <a:lnSpc>
                <a:spcPct val="100000"/>
              </a:lnSpc>
              <a:spcBef>
                <a:spcPts val="500"/>
              </a:spcBef>
              <a:buClr>
                <a:schemeClr val="accent2"/>
              </a:buClr>
              <a:buSzPts val="1500"/>
              <a:buFont typeface="Noto Sans Symbols"/>
              <a:buChar char="⮚"/>
            </a:pPr>
            <a:r>
              <a:rPr lang="en-US" sz="2000">
                <a:solidFill>
                  <a:schemeClr val="dk1"/>
                </a:solidFill>
                <a:latin typeface="Times"/>
                <a:ea typeface="Times"/>
                <a:cs typeface="Times"/>
                <a:sym typeface="Times"/>
              </a:rPr>
              <a:t>“Cloning'' of scarce expertise. </a:t>
            </a:r>
            <a:endParaRPr/>
          </a:p>
          <a:p>
            <a:pPr marL="587375" lvl="2" indent="-228600">
              <a:lnSpc>
                <a:spcPct val="100000"/>
              </a:lnSpc>
              <a:spcBef>
                <a:spcPts val="500"/>
              </a:spcBef>
              <a:buClr>
                <a:schemeClr val="accent2"/>
              </a:buClr>
              <a:buSzPts val="1500"/>
              <a:buFont typeface="Noto Sans Symbols"/>
              <a:buChar char="⮚"/>
            </a:pPr>
            <a:r>
              <a:rPr lang="en-US" sz="2000">
                <a:solidFill>
                  <a:schemeClr val="dk1"/>
                </a:solidFill>
                <a:latin typeface="Times"/>
                <a:ea typeface="Times"/>
                <a:cs typeface="Times"/>
                <a:sym typeface="Times"/>
              </a:rPr>
              <a:t>Capturing knowledge of expert who is about to retire. </a:t>
            </a:r>
            <a:endParaRPr/>
          </a:p>
          <a:p>
            <a:pPr marL="587375" lvl="2" indent="-228600">
              <a:lnSpc>
                <a:spcPct val="100000"/>
              </a:lnSpc>
              <a:spcBef>
                <a:spcPts val="500"/>
              </a:spcBef>
              <a:buClr>
                <a:schemeClr val="accent2"/>
              </a:buClr>
              <a:buSzPts val="1500"/>
              <a:buFont typeface="Noto Sans Symbols"/>
              <a:buChar char="⮚"/>
            </a:pPr>
            <a:r>
              <a:rPr lang="en-US" sz="2000">
                <a:solidFill>
                  <a:schemeClr val="dk1"/>
                </a:solidFill>
                <a:latin typeface="Times"/>
                <a:ea typeface="Times"/>
                <a:cs typeface="Times"/>
                <a:sym typeface="Times"/>
              </a:rPr>
              <a:t>Combining knowledge of multiple experts. </a:t>
            </a:r>
            <a:endParaRPr/>
          </a:p>
          <a:p>
            <a:pPr marL="587375" lvl="2" indent="-228600">
              <a:lnSpc>
                <a:spcPct val="100000"/>
              </a:lnSpc>
              <a:spcBef>
                <a:spcPts val="500"/>
              </a:spcBef>
              <a:buClr>
                <a:schemeClr val="accent2"/>
              </a:buClr>
              <a:buSzPts val="1500"/>
              <a:buFont typeface="Noto Sans Symbols"/>
              <a:buChar char="⮚"/>
            </a:pPr>
            <a:r>
              <a:rPr lang="en-US" sz="2000">
                <a:solidFill>
                  <a:schemeClr val="dk1"/>
                </a:solidFill>
                <a:latin typeface="Times"/>
                <a:ea typeface="Times"/>
                <a:cs typeface="Times"/>
                <a:sym typeface="Times"/>
              </a:rPr>
              <a:t>Intelligent training.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98"/>
        <p:cNvGrpSpPr/>
        <p:nvPr/>
      </p:nvGrpSpPr>
      <p:grpSpPr>
        <a:xfrm>
          <a:off x="0" y="0"/>
          <a:ext cx="0" cy="0"/>
          <a:chOff x="0" y="0"/>
          <a:chExt cx="0" cy="0"/>
        </a:xfrm>
      </p:grpSpPr>
      <p:sp>
        <p:nvSpPr>
          <p:cNvPr id="400" name="Google Shape;400;p57"/>
          <p:cNvSpPr txBox="1">
            <a:spLocks noGrp="1"/>
          </p:cNvSpPr>
          <p:nvPr>
            <p:ph idx="1"/>
          </p:nvPr>
        </p:nvSpPr>
        <p:spPr>
          <a:prstGeom prst="rect">
            <a:avLst/>
          </a:prstGeom>
          <a:noFill/>
          <a:ln>
            <a:noFill/>
          </a:ln>
        </p:spPr>
        <p:txBody>
          <a:bodyPr spcFirstLastPara="1" vert="horz" wrap="square" lIns="91425" tIns="45700" rIns="91425" bIns="45700" rtlCol="0" anchor="t" anchorCtr="0">
            <a:noAutofit/>
          </a:bodyPr>
          <a:lstStyle/>
          <a:p>
            <a:pPr marL="319087" indent="-319087">
              <a:lnSpc>
                <a:spcPct val="100000"/>
              </a:lnSpc>
              <a:spcBef>
                <a:spcPts val="0"/>
              </a:spcBef>
              <a:buClr>
                <a:schemeClr val="accent2"/>
              </a:buClr>
              <a:buSzPts val="1740"/>
              <a:buFont typeface="Noto Sans Symbols"/>
              <a:buChar char="◻"/>
            </a:pPr>
            <a:r>
              <a:rPr lang="en-US" sz="2900">
                <a:solidFill>
                  <a:schemeClr val="dk1"/>
                </a:solidFill>
                <a:latin typeface="Twentieth Century"/>
                <a:ea typeface="Twentieth Century"/>
                <a:cs typeface="Twentieth Century"/>
                <a:sym typeface="Twentieth Century"/>
              </a:rPr>
              <a:t>Expert systems are constructed by obtaining the knowledge of a human expert and coding it into a form that a computer may apply to similar problems.</a:t>
            </a:r>
            <a:endParaRPr/>
          </a:p>
          <a:p>
            <a:pPr marL="639762" lvl="1" indent="-273049">
              <a:lnSpc>
                <a:spcPct val="100000"/>
              </a:lnSpc>
              <a:spcBef>
                <a:spcPts val="500"/>
              </a:spcBef>
              <a:buClr>
                <a:schemeClr val="accent1"/>
              </a:buClr>
              <a:buSzPts val="1820"/>
              <a:buFont typeface="Noto Sans Symbols"/>
              <a:buChar char="🞑"/>
            </a:pPr>
            <a:r>
              <a:rPr lang="en-US" sz="2600" u="sng">
                <a:solidFill>
                  <a:schemeClr val="dk1"/>
                </a:solidFill>
                <a:latin typeface="Twentieth Century"/>
                <a:ea typeface="Twentieth Century"/>
                <a:cs typeface="Twentieth Century"/>
                <a:sym typeface="Twentieth Century"/>
              </a:rPr>
              <a:t>domain expert</a:t>
            </a:r>
            <a:r>
              <a:rPr lang="en-US" sz="2600">
                <a:solidFill>
                  <a:schemeClr val="dk1"/>
                </a:solidFill>
                <a:latin typeface="Twentieth Century"/>
                <a:ea typeface="Twentieth Century"/>
                <a:cs typeface="Twentieth Century"/>
                <a:sym typeface="Twentieth Century"/>
              </a:rPr>
              <a:t> provides the necessary knowledge of the problem domain.</a:t>
            </a:r>
            <a:endParaRPr/>
          </a:p>
          <a:p>
            <a:pPr marL="639762" lvl="1" indent="-273049">
              <a:lnSpc>
                <a:spcPct val="100000"/>
              </a:lnSpc>
              <a:spcBef>
                <a:spcPts val="500"/>
              </a:spcBef>
              <a:buClr>
                <a:schemeClr val="accent1"/>
              </a:buClr>
              <a:buSzPts val="1820"/>
              <a:buFont typeface="Noto Sans Symbols"/>
              <a:buChar char="🞑"/>
            </a:pPr>
            <a:r>
              <a:rPr lang="en-US" sz="2600" u="sng">
                <a:solidFill>
                  <a:schemeClr val="dk1"/>
                </a:solidFill>
                <a:latin typeface="Twentieth Century"/>
                <a:ea typeface="Twentieth Century"/>
                <a:cs typeface="Twentieth Century"/>
                <a:sym typeface="Twentieth Century"/>
              </a:rPr>
              <a:t>knowledge engineer</a:t>
            </a:r>
            <a:r>
              <a:rPr lang="en-US" sz="2600">
                <a:solidFill>
                  <a:schemeClr val="dk1"/>
                </a:solidFill>
                <a:latin typeface="Twentieth Century"/>
                <a:ea typeface="Twentieth Century"/>
                <a:cs typeface="Twentieth Century"/>
                <a:sym typeface="Twentieth Century"/>
              </a:rPr>
              <a:t> is responsible for implementing this knowledge in a program that is both effective and intelligent in its behavior.</a:t>
            </a:r>
            <a:endParaRPr/>
          </a:p>
          <a:p>
            <a:pPr marL="319088" indent="-220028">
              <a:spcBef>
                <a:spcPts val="700"/>
              </a:spcBef>
              <a:buClr>
                <a:schemeClr val="accent2"/>
              </a:buClr>
              <a:buSzPts val="1560"/>
              <a:buNone/>
            </a:pPr>
            <a:endParaRPr sz="2600">
              <a:solidFill>
                <a:schemeClr val="dk1"/>
              </a:solidFill>
              <a:latin typeface="Twentieth Century"/>
              <a:ea typeface="Twentieth Century"/>
              <a:cs typeface="Twentieth Century"/>
              <a:sym typeface="Twentieth Century"/>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p58"/>
          <p:cNvSpPr txBox="1">
            <a:spLocks noGrp="1"/>
          </p:cNvSpPr>
          <p:nvPr>
            <p:ph type="title"/>
          </p:nvPr>
        </p:nvSpPr>
        <p:spPr>
          <a:prstGeom prst="rect">
            <a:avLst/>
          </a:prstGeom>
          <a:noFill/>
          <a:ln>
            <a:noFill/>
          </a:ln>
        </p:spPr>
        <p:txBody>
          <a:bodyPr spcFirstLastPara="1" vert="horz" wrap="square" lIns="91425" tIns="45700" rIns="91425" bIns="45700" rtlCol="0" anchor="ctr" anchorCtr="0">
            <a:noAutofit/>
          </a:bodyPr>
          <a:lstStyle/>
          <a:p>
            <a:pPr>
              <a:lnSpc>
                <a:spcPct val="100000"/>
              </a:lnSpc>
              <a:spcBef>
                <a:spcPts val="0"/>
              </a:spcBef>
              <a:buClr>
                <a:schemeClr val="dk2"/>
              </a:buClr>
              <a:buSzPts val="4400"/>
            </a:pPr>
            <a:r>
              <a:rPr lang="en-US" sz="4400">
                <a:solidFill>
                  <a:schemeClr val="dk2"/>
                </a:solidFill>
                <a:latin typeface="Twentieth Century"/>
                <a:ea typeface="Twentieth Century"/>
                <a:cs typeface="Twentieth Century"/>
                <a:sym typeface="Twentieth Century"/>
              </a:rPr>
              <a:t>Deficiencies of Current Expert Systems</a:t>
            </a:r>
            <a:endParaRPr/>
          </a:p>
        </p:txBody>
      </p:sp>
      <p:sp>
        <p:nvSpPr>
          <p:cNvPr id="406" name="Google Shape;406;p58"/>
          <p:cNvSpPr txBox="1">
            <a:spLocks noGrp="1"/>
          </p:cNvSpPr>
          <p:nvPr>
            <p:ph idx="1"/>
          </p:nvPr>
        </p:nvSpPr>
        <p:spPr>
          <a:prstGeom prst="rect">
            <a:avLst/>
          </a:prstGeom>
          <a:noFill/>
          <a:ln>
            <a:noFill/>
          </a:ln>
        </p:spPr>
        <p:txBody>
          <a:bodyPr spcFirstLastPara="1" vert="horz" wrap="square" lIns="91425" tIns="45700" rIns="91425" bIns="45700" rtlCol="0" anchor="t" anchorCtr="0">
            <a:noAutofit/>
          </a:bodyPr>
          <a:lstStyle/>
          <a:p>
            <a:pPr marL="514350" indent="-514350">
              <a:lnSpc>
                <a:spcPct val="100000"/>
              </a:lnSpc>
              <a:spcBef>
                <a:spcPts val="0"/>
              </a:spcBef>
              <a:buClr>
                <a:schemeClr val="accent2"/>
              </a:buClr>
              <a:buSzPts val="1740"/>
              <a:buNone/>
            </a:pPr>
            <a:r>
              <a:rPr lang="en-US" sz="2900">
                <a:solidFill>
                  <a:schemeClr val="dk1"/>
                </a:solidFill>
                <a:latin typeface="Twentieth Century"/>
                <a:ea typeface="Twentieth Century"/>
                <a:cs typeface="Twentieth Century"/>
                <a:sym typeface="Twentieth Century"/>
              </a:rPr>
              <a:t>1. Difficulty in capturing “deep” knowledge of the problem domain</a:t>
            </a:r>
            <a:endParaRPr/>
          </a:p>
          <a:p>
            <a:pPr marL="514350" indent="-514350">
              <a:lnSpc>
                <a:spcPct val="100000"/>
              </a:lnSpc>
              <a:spcBef>
                <a:spcPts val="700"/>
              </a:spcBef>
              <a:buClr>
                <a:schemeClr val="accent2"/>
              </a:buClr>
              <a:buSzPts val="1740"/>
              <a:buNone/>
            </a:pPr>
            <a:r>
              <a:rPr lang="en-US" sz="2900">
                <a:solidFill>
                  <a:schemeClr val="dk1"/>
                </a:solidFill>
                <a:latin typeface="Twentieth Century"/>
                <a:ea typeface="Twentieth Century"/>
                <a:cs typeface="Twentieth Century"/>
                <a:sym typeface="Twentieth Century"/>
              </a:rPr>
              <a:t>2. Lack of robustness and flexibility</a:t>
            </a:r>
            <a:endParaRPr/>
          </a:p>
          <a:p>
            <a:pPr marL="514350" indent="-514350">
              <a:lnSpc>
                <a:spcPct val="100000"/>
              </a:lnSpc>
              <a:spcBef>
                <a:spcPts val="700"/>
              </a:spcBef>
              <a:buClr>
                <a:schemeClr val="accent2"/>
              </a:buClr>
              <a:buSzPts val="1740"/>
              <a:buNone/>
            </a:pPr>
            <a:r>
              <a:rPr lang="en-US" sz="2900">
                <a:solidFill>
                  <a:schemeClr val="dk1"/>
                </a:solidFill>
                <a:latin typeface="Twentieth Century"/>
                <a:ea typeface="Twentieth Century"/>
                <a:cs typeface="Twentieth Century"/>
                <a:sym typeface="Twentieth Century"/>
              </a:rPr>
              <a:t>3. Inability to provide deep explanations</a:t>
            </a:r>
            <a:endParaRPr/>
          </a:p>
          <a:p>
            <a:pPr marL="514350" indent="-514350">
              <a:lnSpc>
                <a:spcPct val="100000"/>
              </a:lnSpc>
              <a:spcBef>
                <a:spcPts val="700"/>
              </a:spcBef>
              <a:buClr>
                <a:schemeClr val="accent2"/>
              </a:buClr>
              <a:buSzPts val="1740"/>
              <a:buNone/>
            </a:pPr>
            <a:r>
              <a:rPr lang="en-US" sz="2900">
                <a:solidFill>
                  <a:schemeClr val="dk1"/>
                </a:solidFill>
                <a:latin typeface="Twentieth Century"/>
                <a:ea typeface="Twentieth Century"/>
                <a:cs typeface="Twentieth Century"/>
                <a:sym typeface="Twentieth Century"/>
              </a:rPr>
              <a:t>4. Difficulties in verification</a:t>
            </a:r>
            <a:endParaRPr/>
          </a:p>
          <a:p>
            <a:pPr marL="639762" lvl="1" indent="-273049">
              <a:lnSpc>
                <a:spcPct val="100000"/>
              </a:lnSpc>
              <a:spcBef>
                <a:spcPts val="500"/>
              </a:spcBef>
              <a:buClr>
                <a:schemeClr val="accent1"/>
              </a:buClr>
              <a:buSzPts val="1820"/>
              <a:buFont typeface="Noto Sans Symbols"/>
              <a:buChar char="🞑"/>
            </a:pPr>
            <a:r>
              <a:rPr lang="en-US" sz="2600">
                <a:solidFill>
                  <a:schemeClr val="dk1"/>
                </a:solidFill>
                <a:latin typeface="Twentieth Century"/>
                <a:ea typeface="Twentieth Century"/>
                <a:cs typeface="Twentieth Century"/>
                <a:sym typeface="Twentieth Century"/>
              </a:rPr>
              <a:t>may be serious when expert systems are applied to air traffic control, nuclear reactor operations, and weapon systems.</a:t>
            </a:r>
            <a:endParaRPr/>
          </a:p>
          <a:p>
            <a:pPr marL="514350" indent="-514350">
              <a:lnSpc>
                <a:spcPct val="100000"/>
              </a:lnSpc>
              <a:spcBef>
                <a:spcPts val="700"/>
              </a:spcBef>
              <a:buClr>
                <a:schemeClr val="accent2"/>
              </a:buClr>
              <a:buSzPts val="1740"/>
              <a:buNone/>
            </a:pPr>
            <a:r>
              <a:rPr lang="en-US" sz="2900">
                <a:solidFill>
                  <a:schemeClr val="dk1"/>
                </a:solidFill>
                <a:latin typeface="Twentieth Century"/>
                <a:ea typeface="Twentieth Century"/>
                <a:cs typeface="Twentieth Century"/>
                <a:sym typeface="Twentieth Century"/>
              </a:rPr>
              <a:t>5. Little learning from experience</a:t>
            </a:r>
            <a:endParaRPr/>
          </a:p>
          <a:p>
            <a:pPr marL="319088" indent="-208598">
              <a:spcBef>
                <a:spcPts val="700"/>
              </a:spcBef>
              <a:buClr>
                <a:schemeClr val="accent2"/>
              </a:buClr>
              <a:buSzPts val="1740"/>
              <a:buNone/>
            </a:pPr>
            <a:endParaRPr sz="2900">
              <a:solidFill>
                <a:schemeClr val="dk1"/>
              </a:solidFill>
              <a:latin typeface="Twentieth Century"/>
              <a:ea typeface="Twentieth Century"/>
              <a:cs typeface="Twentieth Century"/>
              <a:sym typeface="Twentieth Century"/>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11"/>
        <p:cNvGrpSpPr/>
        <p:nvPr/>
      </p:nvGrpSpPr>
      <p:grpSpPr>
        <a:xfrm>
          <a:off x="0" y="0"/>
          <a:ext cx="0" cy="0"/>
          <a:chOff x="0" y="0"/>
          <a:chExt cx="0" cy="0"/>
        </a:xfrm>
      </p:grpSpPr>
      <p:sp>
        <p:nvSpPr>
          <p:cNvPr id="412" name="Google Shape;412;p59"/>
          <p:cNvSpPr txBox="1">
            <a:spLocks noGrp="1"/>
          </p:cNvSpPr>
          <p:nvPr>
            <p:ph type="title"/>
          </p:nvPr>
        </p:nvSpPr>
        <p:spPr>
          <a:xfrm>
            <a:off x="2016125" y="215900"/>
            <a:ext cx="8228012" cy="615950"/>
          </a:xfrm>
          <a:prstGeom prst="rect">
            <a:avLst/>
          </a:prstGeom>
          <a:noFill/>
          <a:ln>
            <a:noFill/>
          </a:ln>
        </p:spPr>
        <p:txBody>
          <a:bodyPr spcFirstLastPara="1" vert="horz" wrap="square" lIns="82925" tIns="41450" rIns="82925" bIns="41450" rtlCol="0" anchor="ctr" anchorCtr="0">
            <a:noAutofit/>
          </a:bodyPr>
          <a:lstStyle/>
          <a:p>
            <a:pPr marL="390525" indent="-293687">
              <a:lnSpc>
                <a:spcPct val="100000"/>
              </a:lnSpc>
              <a:spcBef>
                <a:spcPts val="0"/>
              </a:spcBef>
              <a:buClr>
                <a:schemeClr val="dk2"/>
              </a:buClr>
              <a:buSzPts val="2900"/>
            </a:pPr>
            <a:r>
              <a:rPr lang="en-US" sz="2900" b="1">
                <a:solidFill>
                  <a:schemeClr val="dk2"/>
                </a:solidFill>
                <a:latin typeface="Times"/>
                <a:ea typeface="Times"/>
                <a:cs typeface="Times"/>
                <a:sym typeface="Times"/>
              </a:rPr>
              <a:t>Theorem Proving</a:t>
            </a:r>
            <a:endParaRPr/>
          </a:p>
        </p:txBody>
      </p:sp>
      <p:sp>
        <p:nvSpPr>
          <p:cNvPr id="413" name="Google Shape;413;p59"/>
          <p:cNvSpPr txBox="1">
            <a:spLocks noGrp="1"/>
          </p:cNvSpPr>
          <p:nvPr>
            <p:ph idx="1"/>
          </p:nvPr>
        </p:nvSpPr>
        <p:spPr>
          <a:xfrm>
            <a:off x="2057400" y="1676400"/>
            <a:ext cx="8228012" cy="4724400"/>
          </a:xfrm>
          <a:prstGeom prst="rect">
            <a:avLst/>
          </a:prstGeom>
          <a:noFill/>
          <a:ln>
            <a:noFill/>
          </a:ln>
        </p:spPr>
        <p:txBody>
          <a:bodyPr spcFirstLastPara="1" vert="horz" wrap="square" lIns="82925" tIns="41450" rIns="82925" bIns="41450" rtlCol="0" anchor="t" anchorCtr="0">
            <a:noAutofit/>
          </a:bodyPr>
          <a:lstStyle/>
          <a:p>
            <a:pPr marL="319087" indent="-319087">
              <a:lnSpc>
                <a:spcPct val="100000"/>
              </a:lnSpc>
              <a:spcBef>
                <a:spcPts val="0"/>
              </a:spcBef>
              <a:buClr>
                <a:schemeClr val="accent2"/>
              </a:buClr>
              <a:buSzPts val="1500"/>
              <a:buFont typeface="Noto Sans Symbols"/>
              <a:buChar char="◻"/>
            </a:pPr>
            <a:r>
              <a:rPr lang="en-US" sz="2500">
                <a:solidFill>
                  <a:schemeClr val="dk1"/>
                </a:solidFill>
                <a:latin typeface="Twentieth Century"/>
                <a:ea typeface="Twentieth Century"/>
                <a:cs typeface="Twentieth Century"/>
                <a:sym typeface="Twentieth Century"/>
              </a:rPr>
              <a:t>Proving mathematical theorems might seem to be mainly of academic interest. However, many practical problems can be cast in terms of theorems. A general theorem prover can therefore be widely applicable. </a:t>
            </a:r>
            <a:endParaRPr/>
          </a:p>
          <a:p>
            <a:pPr marL="319087" indent="-319087">
              <a:lnSpc>
                <a:spcPct val="100000"/>
              </a:lnSpc>
              <a:spcBef>
                <a:spcPts val="700"/>
              </a:spcBef>
              <a:buClr>
                <a:schemeClr val="accent2"/>
              </a:buClr>
              <a:buSzPts val="1500"/>
              <a:buFont typeface="Noto Sans Symbols"/>
              <a:buChar char="◻"/>
            </a:pPr>
            <a:r>
              <a:rPr lang="en-US" sz="2500" b="1">
                <a:solidFill>
                  <a:schemeClr val="dk1"/>
                </a:solidFill>
                <a:latin typeface="Times"/>
                <a:ea typeface="Times"/>
                <a:cs typeface="Times"/>
                <a:sym typeface="Times"/>
              </a:rPr>
              <a:t>Examples:</a:t>
            </a:r>
            <a:r>
              <a:rPr lang="en-US" sz="2500">
                <a:solidFill>
                  <a:schemeClr val="dk1"/>
                </a:solidFill>
                <a:latin typeface="Times"/>
                <a:ea typeface="Times"/>
                <a:cs typeface="Times"/>
                <a:sym typeface="Times"/>
              </a:rPr>
              <a:t> </a:t>
            </a:r>
            <a:endParaRPr/>
          </a:p>
          <a:p>
            <a:pPr marL="639762" lvl="1" indent="-273049">
              <a:lnSpc>
                <a:spcPct val="100000"/>
              </a:lnSpc>
              <a:spcBef>
                <a:spcPts val="500"/>
              </a:spcBef>
              <a:buClr>
                <a:schemeClr val="accent1"/>
              </a:buClr>
              <a:buSzPts val="1540"/>
              <a:buFont typeface="Noto Sans Symbols"/>
              <a:buChar char="🞑"/>
            </a:pPr>
            <a:r>
              <a:rPr lang="en-US" sz="2200">
                <a:solidFill>
                  <a:schemeClr val="dk1"/>
                </a:solidFill>
                <a:latin typeface="Twentieth Century"/>
                <a:ea typeface="Twentieth Century"/>
                <a:cs typeface="Twentieth Century"/>
                <a:sym typeface="Twentieth Century"/>
              </a:rPr>
              <a:t>Automatic construction of compiler code generators from a description of a CPU's instruction set. </a:t>
            </a:r>
            <a:endParaRPr/>
          </a:p>
          <a:p>
            <a:pPr marL="639762" lvl="1" indent="-175259">
              <a:lnSpc>
                <a:spcPct val="100000"/>
              </a:lnSpc>
              <a:spcBef>
                <a:spcPts val="500"/>
              </a:spcBef>
              <a:buClr>
                <a:schemeClr val="accent1"/>
              </a:buClr>
              <a:buSzPts val="1540"/>
              <a:buNone/>
            </a:pPr>
            <a:endParaRPr sz="2200">
              <a:solidFill>
                <a:schemeClr val="dk1"/>
              </a:solidFill>
              <a:latin typeface="Twentieth Century"/>
              <a:ea typeface="Twentieth Century"/>
              <a:cs typeface="Twentieth Century"/>
              <a:sym typeface="Twentieth Century"/>
            </a:endParaRPr>
          </a:p>
          <a:p>
            <a:pPr marL="639762" lvl="1" indent="-273049">
              <a:lnSpc>
                <a:spcPct val="100000"/>
              </a:lnSpc>
              <a:spcBef>
                <a:spcPts val="500"/>
              </a:spcBef>
              <a:buClr>
                <a:schemeClr val="accent1"/>
              </a:buClr>
              <a:buSzPts val="1540"/>
              <a:buFont typeface="Noto Sans Symbols"/>
              <a:buChar char="🞑"/>
            </a:pPr>
            <a:r>
              <a:rPr lang="en-US" sz="2200">
                <a:solidFill>
                  <a:schemeClr val="dk1"/>
                </a:solidFill>
                <a:latin typeface="Twentieth Century"/>
                <a:ea typeface="Twentieth Century"/>
                <a:cs typeface="Twentieth Century"/>
                <a:sym typeface="Twentieth Century"/>
              </a:rPr>
              <a:t>J Moore and colleagues proved correctness of the floating-point division algorithm on AMD CPU chip.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p60"/>
          <p:cNvSpPr txBox="1">
            <a:spLocks noGrp="1"/>
          </p:cNvSpPr>
          <p:nvPr>
            <p:ph type="title"/>
          </p:nvPr>
        </p:nvSpPr>
        <p:spPr>
          <a:xfrm>
            <a:off x="2016125" y="215900"/>
            <a:ext cx="8228012" cy="615950"/>
          </a:xfrm>
          <a:prstGeom prst="rect">
            <a:avLst/>
          </a:prstGeom>
          <a:noFill/>
          <a:ln>
            <a:noFill/>
          </a:ln>
        </p:spPr>
        <p:txBody>
          <a:bodyPr spcFirstLastPara="1" vert="horz" wrap="square" lIns="82925" tIns="41450" rIns="82925" bIns="41450" rtlCol="0" anchor="ctr" anchorCtr="0">
            <a:noAutofit/>
          </a:bodyPr>
          <a:lstStyle/>
          <a:p>
            <a:pPr marL="390525" indent="-293687">
              <a:lnSpc>
                <a:spcPct val="100000"/>
              </a:lnSpc>
              <a:spcBef>
                <a:spcPts val="0"/>
              </a:spcBef>
              <a:buClr>
                <a:schemeClr val="dk2"/>
              </a:buClr>
              <a:buSzPts val="2900"/>
            </a:pPr>
            <a:r>
              <a:rPr lang="en-US" sz="2900" b="1">
                <a:solidFill>
                  <a:schemeClr val="dk2"/>
                </a:solidFill>
                <a:latin typeface="Times"/>
                <a:ea typeface="Times"/>
                <a:cs typeface="Times"/>
                <a:sym typeface="Times"/>
              </a:rPr>
              <a:t>Symbolic Mathematics</a:t>
            </a:r>
            <a:endParaRPr/>
          </a:p>
        </p:txBody>
      </p:sp>
      <p:sp>
        <p:nvSpPr>
          <p:cNvPr id="420" name="Google Shape;420;p60"/>
          <p:cNvSpPr txBox="1">
            <a:spLocks noGrp="1"/>
          </p:cNvSpPr>
          <p:nvPr>
            <p:ph idx="1"/>
          </p:nvPr>
        </p:nvSpPr>
        <p:spPr>
          <a:xfrm>
            <a:off x="1981200" y="1890713"/>
            <a:ext cx="8228012" cy="4433887"/>
          </a:xfrm>
          <a:prstGeom prst="rect">
            <a:avLst/>
          </a:prstGeom>
          <a:noFill/>
          <a:ln>
            <a:noFill/>
          </a:ln>
        </p:spPr>
        <p:txBody>
          <a:bodyPr spcFirstLastPara="1" vert="horz" wrap="square" lIns="82925" tIns="41450" rIns="82925" bIns="41450" rtlCol="0" anchor="t" anchorCtr="0">
            <a:noAutofit/>
          </a:bodyPr>
          <a:lstStyle/>
          <a:p>
            <a:pPr marL="319087" indent="-319087">
              <a:lnSpc>
                <a:spcPct val="100000"/>
              </a:lnSpc>
              <a:spcBef>
                <a:spcPts val="0"/>
              </a:spcBef>
              <a:buClr>
                <a:schemeClr val="accent2"/>
              </a:buClr>
              <a:buSzPts val="1320"/>
              <a:buFont typeface="Noto Sans Symbols"/>
              <a:buChar char="◻"/>
            </a:pPr>
            <a:r>
              <a:rPr lang="en-US" sz="2200">
                <a:solidFill>
                  <a:schemeClr val="dk1"/>
                </a:solidFill>
                <a:latin typeface="Twentieth Century"/>
                <a:ea typeface="Twentieth Century"/>
                <a:cs typeface="Twentieth Century"/>
                <a:sym typeface="Twentieth Century"/>
              </a:rPr>
              <a:t>Symbolic mathematics refers to manipulation of </a:t>
            </a:r>
            <a:r>
              <a:rPr lang="en-US" sz="2200" i="1">
                <a:solidFill>
                  <a:schemeClr val="dk1"/>
                </a:solidFill>
                <a:latin typeface="Times"/>
                <a:ea typeface="Times"/>
                <a:cs typeface="Times"/>
                <a:sym typeface="Times"/>
              </a:rPr>
              <a:t>formulas</a:t>
            </a:r>
            <a:r>
              <a:rPr lang="en-US" sz="2200">
                <a:solidFill>
                  <a:schemeClr val="dk1"/>
                </a:solidFill>
                <a:latin typeface="Twentieth Century"/>
                <a:ea typeface="Twentieth Century"/>
                <a:cs typeface="Twentieth Century"/>
                <a:sym typeface="Twentieth Century"/>
              </a:rPr>
              <a:t>, rather than arithmetic on numeric values. </a:t>
            </a:r>
            <a:endParaRPr/>
          </a:p>
          <a:p>
            <a:pPr marL="404812" lvl="1" indent="-161924">
              <a:lnSpc>
                <a:spcPct val="100000"/>
              </a:lnSpc>
              <a:spcBef>
                <a:spcPts val="500"/>
              </a:spcBef>
              <a:buClr>
                <a:schemeClr val="accent1"/>
              </a:buClr>
              <a:buSzPts val="990"/>
              <a:buFont typeface="Noto Sans Symbols"/>
              <a:buChar char="●"/>
            </a:pPr>
            <a:r>
              <a:rPr lang="en-US" sz="2200">
                <a:solidFill>
                  <a:schemeClr val="dk1"/>
                </a:solidFill>
                <a:latin typeface="Twentieth Century"/>
                <a:ea typeface="Twentieth Century"/>
                <a:cs typeface="Twentieth Century"/>
                <a:sym typeface="Twentieth Century"/>
              </a:rPr>
              <a:t>Algebra </a:t>
            </a:r>
            <a:endParaRPr/>
          </a:p>
          <a:p>
            <a:pPr marL="404812" lvl="1" indent="-161924">
              <a:lnSpc>
                <a:spcPct val="100000"/>
              </a:lnSpc>
              <a:spcBef>
                <a:spcPts val="500"/>
              </a:spcBef>
              <a:buClr>
                <a:schemeClr val="accent1"/>
              </a:buClr>
              <a:buSzPts val="990"/>
              <a:buFont typeface="Noto Sans Symbols"/>
              <a:buChar char="●"/>
            </a:pPr>
            <a:r>
              <a:rPr lang="en-US" sz="2200">
                <a:solidFill>
                  <a:schemeClr val="dk1"/>
                </a:solidFill>
                <a:latin typeface="Twentieth Century"/>
                <a:ea typeface="Twentieth Century"/>
                <a:cs typeface="Twentieth Century"/>
                <a:sym typeface="Twentieth Century"/>
              </a:rPr>
              <a:t>Differential and Integral Calculus </a:t>
            </a:r>
            <a:endParaRPr/>
          </a:p>
          <a:p>
            <a:pPr marL="319087" indent="-319087">
              <a:lnSpc>
                <a:spcPct val="100000"/>
              </a:lnSpc>
              <a:spcBef>
                <a:spcPts val="700"/>
              </a:spcBef>
              <a:buClr>
                <a:schemeClr val="accent2"/>
              </a:buClr>
              <a:buSzPts val="1320"/>
              <a:buFont typeface="Noto Sans Symbols"/>
              <a:buChar char="◻"/>
            </a:pPr>
            <a:r>
              <a:rPr lang="en-US" sz="2200">
                <a:solidFill>
                  <a:schemeClr val="dk1"/>
                </a:solidFill>
                <a:latin typeface="Twentieth Century"/>
                <a:ea typeface="Twentieth Century"/>
                <a:cs typeface="Twentieth Century"/>
                <a:sym typeface="Twentieth Century"/>
              </a:rPr>
              <a:t>Symbolic manipulation is often used in conjunction with ordinary scientific computation as a generator of programs used to actually do the calculations. Symbolic manipulation programs are an important component of scientific and engineering workstations. </a:t>
            </a:r>
            <a:endParaRPr/>
          </a:p>
          <a:p>
            <a:pPr marL="319087" indent="-319087">
              <a:lnSpc>
                <a:spcPct val="100000"/>
              </a:lnSpc>
              <a:spcBef>
                <a:spcPts val="700"/>
              </a:spcBef>
              <a:buClr>
                <a:schemeClr val="accent2"/>
              </a:buClr>
              <a:buSzPts val="1320"/>
              <a:buFont typeface="Noto Sans Symbols"/>
              <a:buChar char="◻"/>
            </a:pPr>
            <a:r>
              <a:rPr lang="en-US" sz="2200">
                <a:solidFill>
                  <a:schemeClr val="dk1"/>
                </a:solidFill>
                <a:latin typeface="Twentieth Century"/>
                <a:ea typeface="Twentieth Century"/>
                <a:cs typeface="Twentieth Century"/>
                <a:sym typeface="Twentieth Century"/>
              </a:rPr>
              <a:t>&gt; (solvefor   '(= v (* v0 (- 1 (exp (- (/ t (* r c)))))))   't)‏</a:t>
            </a:r>
            <a:endParaRPr/>
          </a:p>
          <a:p>
            <a:pPr marL="319087" indent="-319087">
              <a:lnSpc>
                <a:spcPct val="100000"/>
              </a:lnSpc>
              <a:spcBef>
                <a:spcPts val="700"/>
              </a:spcBef>
              <a:buClr>
                <a:schemeClr val="accent2"/>
              </a:buClr>
              <a:buSzPts val="1320"/>
              <a:buFont typeface="Noto Sans Symbols"/>
              <a:buChar char="◻"/>
            </a:pPr>
            <a:r>
              <a:rPr lang="en-US" sz="2200">
                <a:solidFill>
                  <a:schemeClr val="dk1"/>
                </a:solidFill>
                <a:latin typeface="Twentieth Century"/>
                <a:ea typeface="Twentieth Century"/>
                <a:cs typeface="Twentieth Century"/>
                <a:sym typeface="Twentieth Century"/>
              </a:rPr>
              <a:t>(= T (* (- (LOG (- 1 (/ V V0)))) (* R C)))‏</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p61"/>
          <p:cNvSpPr txBox="1">
            <a:spLocks noGrp="1"/>
          </p:cNvSpPr>
          <p:nvPr>
            <p:ph type="title"/>
          </p:nvPr>
        </p:nvSpPr>
        <p:spPr>
          <a:xfrm>
            <a:off x="2016125" y="215900"/>
            <a:ext cx="8228012" cy="615950"/>
          </a:xfrm>
          <a:prstGeom prst="rect">
            <a:avLst/>
          </a:prstGeom>
          <a:noFill/>
          <a:ln>
            <a:noFill/>
          </a:ln>
        </p:spPr>
        <p:txBody>
          <a:bodyPr spcFirstLastPara="1" vert="horz" wrap="square" lIns="82925" tIns="41450" rIns="82925" bIns="41450" rtlCol="0" anchor="ctr" anchorCtr="0">
            <a:noAutofit/>
          </a:bodyPr>
          <a:lstStyle/>
          <a:p>
            <a:pPr marL="390525" indent="-293687">
              <a:lnSpc>
                <a:spcPct val="100000"/>
              </a:lnSpc>
              <a:spcBef>
                <a:spcPts val="0"/>
              </a:spcBef>
              <a:buClr>
                <a:schemeClr val="dk2"/>
              </a:buClr>
              <a:buSzPts val="2900"/>
            </a:pPr>
            <a:r>
              <a:rPr lang="en-US" sz="2900" b="1">
                <a:solidFill>
                  <a:schemeClr val="dk2"/>
                </a:solidFill>
                <a:latin typeface="Times"/>
                <a:ea typeface="Times"/>
                <a:cs typeface="Times"/>
                <a:sym typeface="Times"/>
              </a:rPr>
              <a:t>Game Playing</a:t>
            </a:r>
            <a:r>
              <a:rPr lang="en-US" sz="2900">
                <a:solidFill>
                  <a:schemeClr val="dk2"/>
                </a:solidFill>
                <a:latin typeface="Times"/>
                <a:ea typeface="Times"/>
                <a:cs typeface="Times"/>
                <a:sym typeface="Times"/>
              </a:rPr>
              <a:t> </a:t>
            </a:r>
            <a:endParaRPr/>
          </a:p>
        </p:txBody>
      </p:sp>
      <p:sp>
        <p:nvSpPr>
          <p:cNvPr id="427" name="Google Shape;427;p61"/>
          <p:cNvSpPr txBox="1">
            <a:spLocks noGrp="1"/>
          </p:cNvSpPr>
          <p:nvPr>
            <p:ph idx="1"/>
          </p:nvPr>
        </p:nvSpPr>
        <p:spPr>
          <a:xfrm>
            <a:off x="1981200" y="1890713"/>
            <a:ext cx="8228012" cy="4205287"/>
          </a:xfrm>
          <a:prstGeom prst="rect">
            <a:avLst/>
          </a:prstGeom>
          <a:noFill/>
          <a:ln>
            <a:noFill/>
          </a:ln>
        </p:spPr>
        <p:txBody>
          <a:bodyPr spcFirstLastPara="1" vert="horz" wrap="square" lIns="82925" tIns="41450" rIns="82925" bIns="41450" rtlCol="0" anchor="t" anchorCtr="0">
            <a:noAutofit/>
          </a:bodyPr>
          <a:lstStyle/>
          <a:p>
            <a:pPr marL="319087" indent="-319087">
              <a:lnSpc>
                <a:spcPct val="100000"/>
              </a:lnSpc>
              <a:spcBef>
                <a:spcPts val="0"/>
              </a:spcBef>
              <a:buClr>
                <a:schemeClr val="accent2"/>
              </a:buClr>
              <a:buSzPts val="1740"/>
              <a:buFont typeface="Noto Sans Symbols"/>
              <a:buChar char="◻"/>
            </a:pPr>
            <a:r>
              <a:rPr lang="en-US" sz="2900">
                <a:solidFill>
                  <a:schemeClr val="dk1"/>
                </a:solidFill>
                <a:latin typeface="Twentieth Century"/>
                <a:ea typeface="Twentieth Century"/>
                <a:cs typeface="Twentieth Century"/>
                <a:sym typeface="Twentieth Century"/>
              </a:rPr>
              <a:t>Games are good vehicles for AI research because</a:t>
            </a:r>
            <a:endParaRPr/>
          </a:p>
          <a:p>
            <a:pPr marL="639762" lvl="1" indent="-273049">
              <a:lnSpc>
                <a:spcPct val="100000"/>
              </a:lnSpc>
              <a:spcBef>
                <a:spcPts val="500"/>
              </a:spcBef>
              <a:buClr>
                <a:schemeClr val="accent1"/>
              </a:buClr>
              <a:buSzPts val="1820"/>
              <a:buFont typeface="Noto Sans Symbols"/>
              <a:buChar char="🞑"/>
            </a:pPr>
            <a:r>
              <a:rPr lang="en-US" sz="2600">
                <a:solidFill>
                  <a:schemeClr val="dk1"/>
                </a:solidFill>
                <a:latin typeface="Twentieth Century"/>
                <a:ea typeface="Twentieth Century"/>
                <a:cs typeface="Twentieth Century"/>
                <a:sym typeface="Twentieth Century"/>
              </a:rPr>
              <a:t>most games are played using a well-defined set of rules</a:t>
            </a:r>
            <a:endParaRPr/>
          </a:p>
          <a:p>
            <a:pPr marL="639762" lvl="1" indent="-273049">
              <a:lnSpc>
                <a:spcPct val="100000"/>
              </a:lnSpc>
              <a:spcBef>
                <a:spcPts val="500"/>
              </a:spcBef>
              <a:buClr>
                <a:schemeClr val="accent1"/>
              </a:buClr>
              <a:buSzPts val="1820"/>
              <a:buFont typeface="Noto Sans Symbols"/>
              <a:buChar char="🞑"/>
            </a:pPr>
            <a:r>
              <a:rPr lang="en-US" sz="2600">
                <a:solidFill>
                  <a:schemeClr val="dk1"/>
                </a:solidFill>
                <a:latin typeface="Twentieth Century"/>
                <a:ea typeface="Twentieth Century"/>
                <a:cs typeface="Twentieth Century"/>
                <a:sym typeface="Twentieth Century"/>
              </a:rPr>
              <a:t>board configurations are easily represented on a computer</a:t>
            </a:r>
            <a:endParaRPr/>
          </a:p>
          <a:p>
            <a:pPr marL="319087" indent="-319087">
              <a:lnSpc>
                <a:spcPct val="100000"/>
              </a:lnSpc>
              <a:spcBef>
                <a:spcPts val="700"/>
              </a:spcBef>
              <a:buClr>
                <a:schemeClr val="accent2"/>
              </a:buClr>
              <a:buSzPts val="1740"/>
              <a:buFont typeface="Noto Sans Symbols"/>
              <a:buChar char="◻"/>
            </a:pPr>
            <a:r>
              <a:rPr lang="en-US" sz="2900">
                <a:solidFill>
                  <a:schemeClr val="dk1"/>
                </a:solidFill>
                <a:latin typeface="Twentieth Century"/>
                <a:ea typeface="Twentieth Century"/>
                <a:cs typeface="Twentieth Century"/>
                <a:sym typeface="Twentieth Century"/>
              </a:rPr>
              <a:t>Games can generate extremely large search spaces.</a:t>
            </a:r>
            <a:endParaRPr/>
          </a:p>
          <a:p>
            <a:pPr marL="639762" lvl="1" indent="-273049">
              <a:lnSpc>
                <a:spcPct val="100000"/>
              </a:lnSpc>
              <a:spcBef>
                <a:spcPts val="500"/>
              </a:spcBef>
              <a:buClr>
                <a:schemeClr val="accent1"/>
              </a:buClr>
              <a:buSzPts val="1820"/>
              <a:buFont typeface="Noto Sans Symbols"/>
              <a:buChar char="🞑"/>
            </a:pPr>
            <a:r>
              <a:rPr lang="en-US" sz="2600">
                <a:solidFill>
                  <a:schemeClr val="dk1"/>
                </a:solidFill>
                <a:latin typeface="Twentieth Century"/>
                <a:ea typeface="Twentieth Century"/>
                <a:cs typeface="Twentieth Century"/>
                <a:sym typeface="Twentieth Century"/>
              </a:rPr>
              <a:t>Search spaces are large and complex enough to require powerful techniques(heuristics) for determining what alternatives to explore in the problem space.</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sp>
        <p:nvSpPr>
          <p:cNvPr id="433" name="Google Shape;433;p62"/>
          <p:cNvSpPr txBox="1">
            <a:spLocks noGrp="1"/>
          </p:cNvSpPr>
          <p:nvPr>
            <p:ph type="title"/>
          </p:nvPr>
        </p:nvSpPr>
        <p:spPr>
          <a:xfrm>
            <a:off x="2016125" y="215900"/>
            <a:ext cx="8228012" cy="615950"/>
          </a:xfrm>
          <a:prstGeom prst="rect">
            <a:avLst/>
          </a:prstGeom>
          <a:noFill/>
          <a:ln>
            <a:noFill/>
          </a:ln>
        </p:spPr>
        <p:txBody>
          <a:bodyPr spcFirstLastPara="1" vert="horz" wrap="square" lIns="82925" tIns="41450" rIns="82925" bIns="41450" rtlCol="0" anchor="ctr" anchorCtr="0">
            <a:noAutofit/>
          </a:bodyPr>
          <a:lstStyle/>
          <a:p>
            <a:pPr marL="390525" indent="-293687">
              <a:lnSpc>
                <a:spcPct val="100000"/>
              </a:lnSpc>
              <a:spcBef>
                <a:spcPts val="0"/>
              </a:spcBef>
              <a:buClr>
                <a:schemeClr val="dk2"/>
              </a:buClr>
              <a:buSzPts val="2900"/>
            </a:pPr>
            <a:r>
              <a:rPr lang="en-US" sz="2900" b="1" dirty="0">
                <a:solidFill>
                  <a:schemeClr val="dk2"/>
                </a:solidFill>
                <a:latin typeface="Times"/>
                <a:ea typeface="Times"/>
                <a:cs typeface="Times"/>
                <a:sym typeface="Times"/>
              </a:rPr>
              <a:t>Characteristics of A.I. Programs</a:t>
            </a:r>
            <a:endParaRPr dirty="0"/>
          </a:p>
        </p:txBody>
      </p:sp>
      <p:sp>
        <p:nvSpPr>
          <p:cNvPr id="434" name="Google Shape;434;p62"/>
          <p:cNvSpPr txBox="1">
            <a:spLocks noGrp="1"/>
          </p:cNvSpPr>
          <p:nvPr>
            <p:ph idx="1"/>
          </p:nvPr>
        </p:nvSpPr>
        <p:spPr>
          <a:xfrm>
            <a:off x="1012371" y="1524000"/>
            <a:ext cx="10526486" cy="4976812"/>
          </a:xfrm>
          <a:prstGeom prst="rect">
            <a:avLst/>
          </a:prstGeom>
          <a:noFill/>
          <a:ln>
            <a:noFill/>
          </a:ln>
        </p:spPr>
        <p:txBody>
          <a:bodyPr spcFirstLastPara="1" vert="horz" wrap="square" lIns="82925" tIns="41450" rIns="82925" bIns="41450" rtlCol="0" anchor="t" anchorCtr="0">
            <a:normAutofit fontScale="92500" lnSpcReduction="10000"/>
          </a:bodyPr>
          <a:lstStyle/>
          <a:p>
            <a:pPr marL="319087" indent="-319087" algn="just">
              <a:spcBef>
                <a:spcPts val="0"/>
              </a:spcBef>
              <a:buClr>
                <a:schemeClr val="accent2"/>
              </a:buClr>
              <a:buSzPts val="1440"/>
              <a:buFont typeface="Noto Sans Symbols"/>
              <a:buChar char="◻"/>
            </a:pPr>
            <a:r>
              <a:rPr lang="en-US" sz="2400" b="1" dirty="0">
                <a:solidFill>
                  <a:schemeClr val="dk1"/>
                </a:solidFill>
                <a:latin typeface="Times"/>
                <a:ea typeface="Times"/>
                <a:cs typeface="Times"/>
                <a:sym typeface="Times"/>
              </a:rPr>
              <a:t>Symbolic Reasoning:</a:t>
            </a:r>
            <a:r>
              <a:rPr lang="en-US" sz="2400" dirty="0">
                <a:solidFill>
                  <a:schemeClr val="dk1"/>
                </a:solidFill>
                <a:latin typeface="Times"/>
                <a:ea typeface="Times"/>
                <a:cs typeface="Times"/>
                <a:sym typeface="Times"/>
              </a:rPr>
              <a:t> reasoning about objects represented by symbols, and their properties and relationships, not just numerical calculations.</a:t>
            </a:r>
          </a:p>
          <a:p>
            <a:pPr marL="0" indent="0" algn="just">
              <a:spcBef>
                <a:spcPts val="0"/>
              </a:spcBef>
              <a:buClr>
                <a:schemeClr val="accent2"/>
              </a:buClr>
              <a:buSzPts val="1440"/>
              <a:buNone/>
            </a:pPr>
            <a:endParaRPr dirty="0"/>
          </a:p>
          <a:p>
            <a:pPr marL="319087" indent="-319087" algn="just">
              <a:spcBef>
                <a:spcPts val="700"/>
              </a:spcBef>
              <a:buSzPts val="1440"/>
              <a:buNone/>
            </a:pPr>
            <a:r>
              <a:rPr lang="en-US" sz="2400" dirty="0">
                <a:solidFill>
                  <a:schemeClr val="dk1"/>
                </a:solidFill>
                <a:latin typeface="Times"/>
                <a:ea typeface="Times"/>
                <a:cs typeface="Times"/>
                <a:sym typeface="Times"/>
              </a:rPr>
              <a:t> </a:t>
            </a:r>
            <a:endParaRPr dirty="0"/>
          </a:p>
          <a:p>
            <a:pPr marL="319087" indent="-319087" algn="just">
              <a:spcBef>
                <a:spcPts val="700"/>
              </a:spcBef>
              <a:buClr>
                <a:schemeClr val="accent2"/>
              </a:buClr>
              <a:buSzPts val="1440"/>
              <a:buFont typeface="Noto Sans Symbols"/>
              <a:buChar char="◻"/>
            </a:pPr>
            <a:r>
              <a:rPr lang="en-US" sz="2400" b="1" dirty="0">
                <a:solidFill>
                  <a:schemeClr val="dk1"/>
                </a:solidFill>
                <a:latin typeface="Times"/>
                <a:ea typeface="Times"/>
                <a:cs typeface="Times"/>
                <a:sym typeface="Times"/>
              </a:rPr>
              <a:t>Knowledge:</a:t>
            </a:r>
            <a:r>
              <a:rPr lang="en-US" sz="2400" dirty="0">
                <a:solidFill>
                  <a:schemeClr val="dk1"/>
                </a:solidFill>
                <a:latin typeface="Times"/>
                <a:ea typeface="Times"/>
                <a:cs typeface="Times"/>
                <a:sym typeface="Times"/>
              </a:rPr>
              <a:t> General principles are stored in the program and used for reasoning about novel situations.</a:t>
            </a:r>
          </a:p>
          <a:p>
            <a:pPr marL="0" indent="0" algn="just">
              <a:spcBef>
                <a:spcPts val="700"/>
              </a:spcBef>
              <a:buClr>
                <a:schemeClr val="accent2"/>
              </a:buClr>
              <a:buSzPts val="1440"/>
              <a:buNone/>
            </a:pPr>
            <a:r>
              <a:rPr lang="en-US" sz="2400" dirty="0">
                <a:solidFill>
                  <a:schemeClr val="dk1"/>
                </a:solidFill>
                <a:latin typeface="Times"/>
                <a:cs typeface="Times"/>
                <a:sym typeface="Times"/>
              </a:rPr>
              <a:t>Eg: Medical expert system</a:t>
            </a:r>
            <a:endParaRPr dirty="0"/>
          </a:p>
          <a:p>
            <a:pPr marL="319087" indent="-319087" algn="just">
              <a:spcBef>
                <a:spcPts val="700"/>
              </a:spcBef>
              <a:buSzPts val="1440"/>
              <a:buNone/>
            </a:pPr>
            <a:r>
              <a:rPr lang="en-US" sz="2400" dirty="0">
                <a:solidFill>
                  <a:schemeClr val="dk1"/>
                </a:solidFill>
                <a:latin typeface="Times"/>
                <a:ea typeface="Times"/>
                <a:cs typeface="Times"/>
                <a:sym typeface="Times"/>
              </a:rPr>
              <a:t> </a:t>
            </a:r>
            <a:endParaRPr dirty="0"/>
          </a:p>
          <a:p>
            <a:pPr marL="319087" indent="-319087" algn="just">
              <a:spcBef>
                <a:spcPts val="700"/>
              </a:spcBef>
              <a:buClr>
                <a:schemeClr val="accent2"/>
              </a:buClr>
              <a:buSzPts val="1440"/>
              <a:buFont typeface="Noto Sans Symbols"/>
              <a:buChar char="◻"/>
            </a:pPr>
            <a:r>
              <a:rPr lang="en-US" sz="2400" b="1" dirty="0">
                <a:solidFill>
                  <a:schemeClr val="dk1"/>
                </a:solidFill>
                <a:latin typeface="Times"/>
                <a:ea typeface="Times"/>
                <a:cs typeface="Times"/>
                <a:sym typeface="Times"/>
              </a:rPr>
              <a:t>Search:</a:t>
            </a:r>
            <a:r>
              <a:rPr lang="en-US" sz="2400" dirty="0">
                <a:solidFill>
                  <a:schemeClr val="dk1"/>
                </a:solidFill>
                <a:latin typeface="Times"/>
                <a:ea typeface="Times"/>
                <a:cs typeface="Times"/>
                <a:sym typeface="Times"/>
              </a:rPr>
              <a:t> a ``weak method'' for finding a solution to a problem when no direct method exists. Problem: </a:t>
            </a:r>
            <a:r>
              <a:rPr lang="en-US" sz="2400" i="1" dirty="0">
                <a:solidFill>
                  <a:schemeClr val="dk1"/>
                </a:solidFill>
                <a:latin typeface="Times"/>
                <a:ea typeface="Times"/>
                <a:cs typeface="Times"/>
                <a:sym typeface="Times"/>
              </a:rPr>
              <a:t>combinatoric explosion</a:t>
            </a:r>
            <a:r>
              <a:rPr lang="en-US" sz="2400" dirty="0">
                <a:solidFill>
                  <a:schemeClr val="dk1"/>
                </a:solidFill>
                <a:latin typeface="Times"/>
                <a:ea typeface="Times"/>
                <a:cs typeface="Times"/>
                <a:sym typeface="Times"/>
              </a:rPr>
              <a:t> of possibilities. </a:t>
            </a:r>
            <a:endParaRPr dirty="0"/>
          </a:p>
          <a:p>
            <a:pPr marL="319087" indent="-227647" algn="just">
              <a:spcBef>
                <a:spcPts val="700"/>
              </a:spcBef>
              <a:buClr>
                <a:schemeClr val="accent2"/>
              </a:buClr>
              <a:buSzPts val="1440"/>
              <a:buNone/>
            </a:pPr>
            <a:endParaRPr sz="2400" dirty="0">
              <a:solidFill>
                <a:schemeClr val="dk1"/>
              </a:solidFill>
              <a:latin typeface="Times"/>
              <a:ea typeface="Times"/>
              <a:cs typeface="Times"/>
              <a:sym typeface="Times"/>
            </a:endParaRPr>
          </a:p>
          <a:p>
            <a:pPr marL="319087" indent="-319087" algn="just">
              <a:spcBef>
                <a:spcPts val="700"/>
              </a:spcBef>
              <a:buClr>
                <a:schemeClr val="accent2"/>
              </a:buClr>
              <a:buSzPts val="1440"/>
              <a:buFont typeface="Noto Sans Symbols"/>
              <a:buChar char="◻"/>
            </a:pPr>
            <a:r>
              <a:rPr lang="en-US" sz="2400" b="1" dirty="0">
                <a:solidFill>
                  <a:schemeClr val="dk1"/>
                </a:solidFill>
                <a:latin typeface="Times"/>
                <a:ea typeface="Times"/>
                <a:cs typeface="Times"/>
                <a:sym typeface="Times"/>
              </a:rPr>
              <a:t>Flexible Control:</a:t>
            </a:r>
            <a:r>
              <a:rPr lang="en-US" sz="2400" dirty="0">
                <a:solidFill>
                  <a:schemeClr val="dk1"/>
                </a:solidFill>
                <a:latin typeface="Times"/>
                <a:ea typeface="Times"/>
                <a:cs typeface="Times"/>
                <a:sym typeface="Times"/>
              </a:rPr>
              <a:t> Direction of processing can be changed by changing facts in the environment. </a:t>
            </a:r>
          </a:p>
          <a:p>
            <a:pPr marL="0" indent="0" algn="just">
              <a:spcBef>
                <a:spcPts val="700"/>
              </a:spcBef>
              <a:buClr>
                <a:schemeClr val="accent2"/>
              </a:buClr>
              <a:buSzPts val="1440"/>
              <a:buNone/>
            </a:pPr>
            <a:r>
              <a:rPr lang="en-US" sz="2400" dirty="0">
                <a:solidFill>
                  <a:schemeClr val="dk1"/>
                </a:solidFill>
                <a:latin typeface="Times"/>
                <a:cs typeface="Times"/>
                <a:sym typeface="Times"/>
              </a:rPr>
              <a:t>Eg: Self Driving cars</a:t>
            </a:r>
            <a:endParaRPr lang="en-US" sz="2400" dirty="0"/>
          </a:p>
          <a:p>
            <a:pPr marL="0" indent="0" algn="just">
              <a:spcBef>
                <a:spcPts val="700"/>
              </a:spcBef>
              <a:buClr>
                <a:schemeClr val="accent2"/>
              </a:buClr>
              <a:buSzPts val="1440"/>
              <a:buNone/>
            </a:pPr>
            <a:endParaRPr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39"/>
        <p:cNvGrpSpPr/>
        <p:nvPr/>
      </p:nvGrpSpPr>
      <p:grpSpPr>
        <a:xfrm>
          <a:off x="0" y="0"/>
          <a:ext cx="0" cy="0"/>
          <a:chOff x="0" y="0"/>
          <a:chExt cx="0" cy="0"/>
        </a:xfrm>
      </p:grpSpPr>
      <p:sp>
        <p:nvSpPr>
          <p:cNvPr id="440" name="Google Shape;440;p63"/>
          <p:cNvSpPr txBox="1">
            <a:spLocks noGrp="1"/>
          </p:cNvSpPr>
          <p:nvPr>
            <p:ph type="title"/>
          </p:nvPr>
        </p:nvSpPr>
        <p:spPr>
          <a:xfrm>
            <a:off x="1981200" y="150813"/>
            <a:ext cx="8228012" cy="617537"/>
          </a:xfrm>
          <a:prstGeom prst="rect">
            <a:avLst/>
          </a:prstGeom>
          <a:noFill/>
          <a:ln>
            <a:noFill/>
          </a:ln>
        </p:spPr>
        <p:txBody>
          <a:bodyPr spcFirstLastPara="1" vert="horz" wrap="square" lIns="82925" tIns="41450" rIns="82925" bIns="41450" rtlCol="0" anchor="ctr" anchorCtr="0">
            <a:noAutofit/>
          </a:bodyPr>
          <a:lstStyle/>
          <a:p>
            <a:pPr marL="390525" indent="-293687">
              <a:lnSpc>
                <a:spcPct val="100000"/>
              </a:lnSpc>
              <a:spcBef>
                <a:spcPts val="0"/>
              </a:spcBef>
              <a:buClr>
                <a:schemeClr val="dk2"/>
              </a:buClr>
              <a:buSzPts val="2900"/>
            </a:pPr>
            <a:r>
              <a:rPr lang="en-US" sz="2900" b="1">
                <a:solidFill>
                  <a:schemeClr val="dk2"/>
                </a:solidFill>
                <a:latin typeface="Times"/>
                <a:ea typeface="Times"/>
                <a:cs typeface="Times"/>
                <a:sym typeface="Times"/>
              </a:rPr>
              <a:t>Symbolic Processing</a:t>
            </a:r>
            <a:endParaRPr/>
          </a:p>
        </p:txBody>
      </p:sp>
      <p:sp>
        <p:nvSpPr>
          <p:cNvPr id="441" name="Google Shape;441;p63"/>
          <p:cNvSpPr txBox="1">
            <a:spLocks noGrp="1"/>
          </p:cNvSpPr>
          <p:nvPr>
            <p:ph idx="1"/>
          </p:nvPr>
        </p:nvSpPr>
        <p:spPr>
          <a:xfrm>
            <a:off x="1066799" y="754063"/>
            <a:ext cx="10025743" cy="5799137"/>
          </a:xfrm>
          <a:prstGeom prst="rect">
            <a:avLst/>
          </a:prstGeom>
          <a:noFill/>
          <a:ln>
            <a:noFill/>
          </a:ln>
        </p:spPr>
        <p:txBody>
          <a:bodyPr spcFirstLastPara="1" vert="horz" wrap="square" lIns="82925" tIns="41450" rIns="82925" bIns="41450" rtlCol="0" anchor="t" anchorCtr="0">
            <a:noAutofit/>
          </a:bodyPr>
          <a:lstStyle/>
          <a:p>
            <a:pPr marL="319087" indent="-319087">
              <a:lnSpc>
                <a:spcPct val="100000"/>
              </a:lnSpc>
              <a:spcBef>
                <a:spcPts val="0"/>
              </a:spcBef>
              <a:buClr>
                <a:schemeClr val="accent2"/>
              </a:buClr>
              <a:buSzPts val="1440"/>
              <a:buFont typeface="Noto Sans Symbols"/>
              <a:buChar char="◻"/>
            </a:pPr>
            <a:r>
              <a:rPr lang="en-US" sz="2400" dirty="0">
                <a:solidFill>
                  <a:schemeClr val="dk1"/>
                </a:solidFill>
                <a:latin typeface="Twentieth Century"/>
                <a:ea typeface="Twentieth Century"/>
                <a:cs typeface="Twentieth Century"/>
                <a:sym typeface="Twentieth Century"/>
              </a:rPr>
              <a:t>Most of the reasoning that people do is non-numeric. AI programs often do some numerical calculation, but focus on reasoning with symbols that represent objects and relationships in the real world. </a:t>
            </a:r>
            <a:endParaRPr dirty="0"/>
          </a:p>
          <a:p>
            <a:pPr marL="319087" indent="-319087">
              <a:lnSpc>
                <a:spcPct val="100000"/>
              </a:lnSpc>
              <a:spcBef>
                <a:spcPts val="700"/>
              </a:spcBef>
              <a:buClr>
                <a:schemeClr val="accent2"/>
              </a:buClr>
              <a:buSzPts val="1440"/>
              <a:buFont typeface="Noto Sans Symbols"/>
              <a:buChar char="◻"/>
            </a:pPr>
            <a:r>
              <a:rPr lang="en-US" sz="2400" dirty="0">
                <a:solidFill>
                  <a:schemeClr val="dk1"/>
                </a:solidFill>
                <a:latin typeface="Twentieth Century"/>
                <a:ea typeface="Twentieth Century"/>
                <a:cs typeface="Twentieth Century"/>
                <a:sym typeface="Twentieth Century"/>
              </a:rPr>
              <a:t>Objects. </a:t>
            </a:r>
            <a:endParaRPr dirty="0"/>
          </a:p>
          <a:p>
            <a:pPr marL="587375" lvl="2" indent="-228600">
              <a:lnSpc>
                <a:spcPct val="100000"/>
              </a:lnSpc>
              <a:spcBef>
                <a:spcPts val="500"/>
              </a:spcBef>
              <a:buClr>
                <a:schemeClr val="accent2"/>
              </a:buClr>
              <a:buSzPts val="1350"/>
              <a:buFont typeface="Noto Sans Symbols"/>
              <a:buChar char="■"/>
            </a:pPr>
            <a:r>
              <a:rPr lang="en-US" sz="1800" dirty="0">
                <a:solidFill>
                  <a:schemeClr val="dk1"/>
                </a:solidFill>
                <a:latin typeface="Twentieth Century"/>
                <a:ea typeface="Twentieth Century"/>
                <a:cs typeface="Twentieth Century"/>
                <a:sym typeface="Twentieth Century"/>
              </a:rPr>
              <a:t>Properties of objects. </a:t>
            </a:r>
            <a:endParaRPr dirty="0"/>
          </a:p>
          <a:p>
            <a:pPr marL="587375" lvl="2" indent="-228600">
              <a:lnSpc>
                <a:spcPct val="100000"/>
              </a:lnSpc>
              <a:spcBef>
                <a:spcPts val="500"/>
              </a:spcBef>
              <a:buClr>
                <a:schemeClr val="accent2"/>
              </a:buClr>
              <a:buSzPts val="1350"/>
              <a:buFont typeface="Noto Sans Symbols"/>
              <a:buChar char="■"/>
            </a:pPr>
            <a:r>
              <a:rPr lang="en-US" sz="1800" dirty="0">
                <a:solidFill>
                  <a:schemeClr val="dk1"/>
                </a:solidFill>
                <a:latin typeface="Twentieth Century"/>
                <a:ea typeface="Twentieth Century"/>
                <a:cs typeface="Twentieth Century"/>
                <a:sym typeface="Twentieth Century"/>
              </a:rPr>
              <a:t>Relationships among objects. </a:t>
            </a:r>
            <a:endParaRPr dirty="0"/>
          </a:p>
          <a:p>
            <a:pPr marL="587375" lvl="2" indent="-228600">
              <a:lnSpc>
                <a:spcPct val="100000"/>
              </a:lnSpc>
              <a:spcBef>
                <a:spcPts val="500"/>
              </a:spcBef>
              <a:buClr>
                <a:schemeClr val="accent2"/>
              </a:buClr>
              <a:buSzPts val="1350"/>
              <a:buFont typeface="Noto Sans Symbols"/>
              <a:buChar char="■"/>
            </a:pPr>
            <a:r>
              <a:rPr lang="en-US" sz="1800" dirty="0">
                <a:solidFill>
                  <a:schemeClr val="dk1"/>
                </a:solidFill>
                <a:latin typeface="Twentieth Century"/>
                <a:ea typeface="Twentieth Century"/>
                <a:cs typeface="Twentieth Century"/>
                <a:sym typeface="Twentieth Century"/>
              </a:rPr>
              <a:t>Rules about classes of objects. </a:t>
            </a:r>
            <a:endParaRPr dirty="0"/>
          </a:p>
          <a:p>
            <a:pPr marL="319087" indent="-319087">
              <a:lnSpc>
                <a:spcPct val="100000"/>
              </a:lnSpc>
              <a:spcBef>
                <a:spcPts val="700"/>
              </a:spcBef>
              <a:buClr>
                <a:schemeClr val="accent2"/>
              </a:buClr>
              <a:buSzPts val="1440"/>
              <a:buFont typeface="Noto Sans Symbols"/>
              <a:buChar char="◻"/>
            </a:pPr>
            <a:r>
              <a:rPr lang="en-US" sz="2400" dirty="0">
                <a:solidFill>
                  <a:schemeClr val="dk1"/>
                </a:solidFill>
                <a:latin typeface="Twentieth Century"/>
                <a:ea typeface="Twentieth Century"/>
                <a:cs typeface="Twentieth Century"/>
                <a:sym typeface="Twentieth Century"/>
              </a:rPr>
              <a:t>Examples of symbolic processing: </a:t>
            </a:r>
            <a:endParaRPr dirty="0"/>
          </a:p>
          <a:p>
            <a:pPr marL="587375" lvl="2" indent="-228600">
              <a:lnSpc>
                <a:spcPct val="100000"/>
              </a:lnSpc>
              <a:spcBef>
                <a:spcPts val="500"/>
              </a:spcBef>
              <a:buClr>
                <a:schemeClr val="accent2"/>
              </a:buClr>
              <a:buSzPts val="810"/>
              <a:buFont typeface="Noto Sans Symbols"/>
              <a:buChar char="●"/>
            </a:pPr>
            <a:r>
              <a:rPr lang="en-US" sz="1800" dirty="0">
                <a:solidFill>
                  <a:schemeClr val="dk1"/>
                </a:solidFill>
                <a:latin typeface="Twentieth Century"/>
                <a:ea typeface="Twentieth Century"/>
                <a:cs typeface="Twentieth Century"/>
                <a:sym typeface="Twentieth Century"/>
              </a:rPr>
              <a:t>Understanding English: </a:t>
            </a:r>
            <a:endParaRPr dirty="0"/>
          </a:p>
          <a:p>
            <a:pPr marL="1136650" lvl="3" indent="-161925">
              <a:lnSpc>
                <a:spcPct val="100000"/>
              </a:lnSpc>
              <a:spcBef>
                <a:spcPts val="400"/>
              </a:spcBef>
              <a:buClr>
                <a:srgbClr val="A5AB81"/>
              </a:buClr>
              <a:buSzPts val="1350"/>
              <a:buFont typeface="Noto Sans Symbols"/>
              <a:buChar char="■"/>
            </a:pPr>
            <a:r>
              <a:rPr lang="en-US" sz="1800" dirty="0">
                <a:solidFill>
                  <a:schemeClr val="dk1"/>
                </a:solidFill>
                <a:latin typeface="Twentieth Century"/>
                <a:ea typeface="Twentieth Century"/>
                <a:cs typeface="Twentieth Century"/>
                <a:sym typeface="Twentieth Century"/>
              </a:rPr>
              <a:t>(show me a good </a:t>
            </a:r>
            <a:r>
              <a:rPr lang="en-US" sz="1800" dirty="0" err="1">
                <a:solidFill>
                  <a:schemeClr val="dk1"/>
                </a:solidFill>
                <a:latin typeface="Twentieth Century"/>
                <a:ea typeface="Twentieth Century"/>
                <a:cs typeface="Twentieth Century"/>
                <a:sym typeface="Twentieth Century"/>
              </a:rPr>
              <a:t>chinese</a:t>
            </a:r>
            <a:r>
              <a:rPr lang="en-US" sz="1800" dirty="0">
                <a:solidFill>
                  <a:schemeClr val="dk1"/>
                </a:solidFill>
                <a:latin typeface="Twentieth Century"/>
                <a:ea typeface="Twentieth Century"/>
                <a:cs typeface="Twentieth Century"/>
                <a:sym typeface="Twentieth Century"/>
              </a:rPr>
              <a:t> restaurant in </a:t>
            </a:r>
            <a:r>
              <a:rPr lang="en-US" sz="1800" dirty="0" err="1">
                <a:solidFill>
                  <a:schemeClr val="dk1"/>
                </a:solidFill>
                <a:latin typeface="Twentieth Century"/>
                <a:ea typeface="Twentieth Century"/>
                <a:cs typeface="Twentieth Century"/>
                <a:sym typeface="Twentieth Century"/>
              </a:rPr>
              <a:t>los</a:t>
            </a:r>
            <a:r>
              <a:rPr lang="en-US" sz="1800" dirty="0">
                <a:solidFill>
                  <a:schemeClr val="dk1"/>
                </a:solidFill>
                <a:latin typeface="Twentieth Century"/>
                <a:ea typeface="Twentieth Century"/>
                <a:cs typeface="Twentieth Century"/>
                <a:sym typeface="Twentieth Century"/>
              </a:rPr>
              <a:t> altos</a:t>
            </a:r>
            <a:r>
              <a:rPr lang="en-US" sz="1400" dirty="0">
                <a:solidFill>
                  <a:schemeClr val="dk1"/>
                </a:solidFill>
                <a:latin typeface="Twentieth Century"/>
                <a:ea typeface="Twentieth Century"/>
                <a:cs typeface="Twentieth Century"/>
                <a:sym typeface="Twentieth Century"/>
              </a:rPr>
              <a:t>)‏</a:t>
            </a:r>
            <a:endParaRPr sz="1400" dirty="0">
              <a:solidFill>
                <a:schemeClr val="dk1"/>
              </a:solidFill>
              <a:latin typeface="Twentieth Century"/>
              <a:ea typeface="Twentieth Century"/>
              <a:cs typeface="Twentieth Century"/>
              <a:sym typeface="Twentieth Century"/>
            </a:endParaRPr>
          </a:p>
          <a:p>
            <a:pPr marL="587375" lvl="2" indent="-228600">
              <a:lnSpc>
                <a:spcPct val="100000"/>
              </a:lnSpc>
              <a:spcBef>
                <a:spcPts val="500"/>
              </a:spcBef>
              <a:buClr>
                <a:schemeClr val="accent2"/>
              </a:buClr>
              <a:buSzPts val="810"/>
              <a:buFont typeface="Noto Sans Symbols"/>
              <a:buChar char="●"/>
            </a:pPr>
            <a:r>
              <a:rPr lang="en-US" sz="1800" dirty="0">
                <a:solidFill>
                  <a:schemeClr val="dk1"/>
                </a:solidFill>
                <a:latin typeface="Twentieth Century"/>
                <a:ea typeface="Twentieth Century"/>
                <a:cs typeface="Twentieth Century"/>
                <a:sym typeface="Twentieth Century"/>
              </a:rPr>
              <a:t>Reasoning based on general principles: </a:t>
            </a:r>
            <a:endParaRPr dirty="0"/>
          </a:p>
          <a:p>
            <a:pPr marL="1136650" lvl="3" indent="-161925">
              <a:lnSpc>
                <a:spcPct val="100000"/>
              </a:lnSpc>
              <a:spcBef>
                <a:spcPts val="400"/>
              </a:spcBef>
              <a:buClr>
                <a:srgbClr val="A5AB81"/>
              </a:buClr>
              <a:buSzPts val="1200"/>
              <a:buFont typeface="Noto Sans Symbols"/>
              <a:buChar char="■"/>
            </a:pPr>
            <a:r>
              <a:rPr lang="en-US" sz="1600" dirty="0">
                <a:solidFill>
                  <a:schemeClr val="dk1"/>
                </a:solidFill>
                <a:latin typeface="Twentieth Century"/>
                <a:ea typeface="Twentieth Century"/>
                <a:cs typeface="Twentieth Century"/>
                <a:sym typeface="Twentieth Century"/>
              </a:rPr>
              <a:t>if:   the patient is male</a:t>
            </a:r>
            <a:endParaRPr dirty="0"/>
          </a:p>
          <a:p>
            <a:pPr marL="1136650" lvl="3" indent="-161925">
              <a:lnSpc>
                <a:spcPct val="100000"/>
              </a:lnSpc>
              <a:spcBef>
                <a:spcPts val="400"/>
              </a:spcBef>
              <a:buClr>
                <a:srgbClr val="A5AB81"/>
              </a:buClr>
              <a:buSzPts val="1200"/>
              <a:buFont typeface="Noto Sans Symbols"/>
              <a:buChar char="■"/>
            </a:pPr>
            <a:r>
              <a:rPr lang="en-US" sz="1600" dirty="0">
                <a:solidFill>
                  <a:schemeClr val="dk1"/>
                </a:solidFill>
                <a:latin typeface="Twentieth Century"/>
                <a:ea typeface="Twentieth Century"/>
                <a:cs typeface="Twentieth Century"/>
                <a:sym typeface="Twentieth Century"/>
              </a:rPr>
              <a:t>then: the patient is not pregnant</a:t>
            </a:r>
            <a:endParaRPr dirty="0"/>
          </a:p>
          <a:p>
            <a:pPr marL="319087" indent="-319087">
              <a:lnSpc>
                <a:spcPct val="100000"/>
              </a:lnSpc>
              <a:spcBef>
                <a:spcPts val="700"/>
              </a:spcBef>
              <a:buClr>
                <a:schemeClr val="accent2"/>
              </a:buClr>
              <a:buSzPts val="1440"/>
              <a:buFont typeface="Noto Sans Symbols"/>
              <a:buChar char="◻"/>
            </a:pPr>
            <a:r>
              <a:rPr lang="en-US" sz="2400" dirty="0">
                <a:solidFill>
                  <a:schemeClr val="dk1"/>
                </a:solidFill>
                <a:latin typeface="Twentieth Century"/>
                <a:ea typeface="Twentieth Century"/>
                <a:cs typeface="Twentieth Century"/>
                <a:sym typeface="Twentieth Century"/>
              </a:rPr>
              <a:t>Symbolic mathematics: </a:t>
            </a:r>
            <a:endParaRPr dirty="0"/>
          </a:p>
          <a:p>
            <a:pPr marL="587375" lvl="2" indent="-228600">
              <a:lnSpc>
                <a:spcPct val="100000"/>
              </a:lnSpc>
              <a:spcBef>
                <a:spcPts val="500"/>
              </a:spcBef>
              <a:buClr>
                <a:schemeClr val="accent2"/>
              </a:buClr>
              <a:buSzPts val="1350"/>
              <a:buFont typeface="Noto Sans Symbols"/>
              <a:buChar char="■"/>
            </a:pPr>
            <a:r>
              <a:rPr lang="en-US" sz="1800" dirty="0">
                <a:solidFill>
                  <a:schemeClr val="dk1"/>
                </a:solidFill>
                <a:latin typeface="Twentieth Century"/>
                <a:ea typeface="Twentieth Century"/>
                <a:cs typeface="Twentieth Century"/>
                <a:sym typeface="Twentieth Century"/>
              </a:rPr>
              <a:t>If y = m*</a:t>
            </a:r>
            <a:r>
              <a:rPr lang="en-US" sz="1800" dirty="0" err="1">
                <a:solidFill>
                  <a:schemeClr val="dk1"/>
                </a:solidFill>
                <a:latin typeface="Twentieth Century"/>
                <a:ea typeface="Twentieth Century"/>
                <a:cs typeface="Twentieth Century"/>
                <a:sym typeface="Twentieth Century"/>
              </a:rPr>
              <a:t>x+b</a:t>
            </a:r>
            <a:r>
              <a:rPr lang="en-US" sz="1800" dirty="0">
                <a:solidFill>
                  <a:schemeClr val="dk1"/>
                </a:solidFill>
                <a:latin typeface="Twentieth Century"/>
                <a:ea typeface="Twentieth Century"/>
                <a:cs typeface="Twentieth Century"/>
                <a:sym typeface="Twentieth Century"/>
              </a:rPr>
              <a:t>, what is the derivative of y with respect to x?</a:t>
            </a:r>
            <a:endParaRPr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sp>
        <p:nvSpPr>
          <p:cNvPr id="447" name="Google Shape;447;p64"/>
          <p:cNvSpPr txBox="1">
            <a:spLocks noGrp="1"/>
          </p:cNvSpPr>
          <p:nvPr>
            <p:ph type="title"/>
          </p:nvPr>
        </p:nvSpPr>
        <p:spPr>
          <a:xfrm>
            <a:off x="1981200" y="53975"/>
            <a:ext cx="8228012" cy="615950"/>
          </a:xfrm>
          <a:prstGeom prst="rect">
            <a:avLst/>
          </a:prstGeom>
          <a:noFill/>
          <a:ln>
            <a:noFill/>
          </a:ln>
        </p:spPr>
        <p:txBody>
          <a:bodyPr spcFirstLastPara="1" vert="horz" wrap="square" lIns="82925" tIns="41450" rIns="82925" bIns="41450" rtlCol="0" anchor="ctr" anchorCtr="0">
            <a:noAutofit/>
          </a:bodyPr>
          <a:lstStyle/>
          <a:p>
            <a:pPr marL="390525" indent="-293687">
              <a:lnSpc>
                <a:spcPct val="100000"/>
              </a:lnSpc>
              <a:spcBef>
                <a:spcPts val="0"/>
              </a:spcBef>
              <a:buClr>
                <a:schemeClr val="dk2"/>
              </a:buClr>
              <a:buSzPts val="2900"/>
            </a:pPr>
            <a:r>
              <a:rPr lang="en-US" sz="2900" b="1">
                <a:solidFill>
                  <a:schemeClr val="dk2"/>
                </a:solidFill>
                <a:latin typeface="Times"/>
                <a:ea typeface="Times"/>
                <a:cs typeface="Times"/>
                <a:sym typeface="Times"/>
              </a:rPr>
              <a:t>Knowledge Representation</a:t>
            </a:r>
            <a:r>
              <a:rPr lang="en-US" sz="2900">
                <a:solidFill>
                  <a:schemeClr val="dk2"/>
                </a:solidFill>
                <a:latin typeface="Times"/>
                <a:ea typeface="Times"/>
                <a:cs typeface="Times"/>
                <a:sym typeface="Times"/>
              </a:rPr>
              <a:t> </a:t>
            </a:r>
            <a:endParaRPr/>
          </a:p>
        </p:txBody>
      </p:sp>
      <p:sp>
        <p:nvSpPr>
          <p:cNvPr id="448" name="Google Shape;448;p64"/>
          <p:cNvSpPr txBox="1">
            <a:spLocks noGrp="1"/>
          </p:cNvSpPr>
          <p:nvPr>
            <p:ph idx="1"/>
          </p:nvPr>
        </p:nvSpPr>
        <p:spPr>
          <a:xfrm>
            <a:off x="609601" y="1126672"/>
            <a:ext cx="11114314" cy="4648200"/>
          </a:xfrm>
          <a:prstGeom prst="rect">
            <a:avLst/>
          </a:prstGeom>
          <a:noFill/>
          <a:ln>
            <a:noFill/>
          </a:ln>
        </p:spPr>
        <p:txBody>
          <a:bodyPr spcFirstLastPara="1" vert="horz" wrap="square" lIns="82925" tIns="41450" rIns="82925" bIns="41450" rtlCol="0" anchor="t" anchorCtr="0">
            <a:noAutofit/>
          </a:bodyPr>
          <a:lstStyle/>
          <a:p>
            <a:pPr marL="319087" indent="-319087" algn="just">
              <a:lnSpc>
                <a:spcPct val="100000"/>
              </a:lnSpc>
              <a:spcBef>
                <a:spcPts val="0"/>
              </a:spcBef>
              <a:buClr>
                <a:schemeClr val="accent2"/>
              </a:buClr>
              <a:buSzPts val="1260"/>
              <a:buFont typeface="Noto Sans Symbols"/>
              <a:buChar char="◻"/>
            </a:pPr>
            <a:r>
              <a:rPr lang="en-US" dirty="0">
                <a:solidFill>
                  <a:schemeClr val="dk1"/>
                </a:solidFill>
                <a:latin typeface="Twentieth Century"/>
                <a:ea typeface="Twentieth Century"/>
                <a:cs typeface="Twentieth Century"/>
                <a:sym typeface="Twentieth Century"/>
              </a:rPr>
              <a:t>It is necessary to represent the computer's knowledge of the world by some kind of data structures in the machine's memory. Traditional computer programs deal with large amounts of data that are structured in simple and uniform ways. A.I. programs need to deal with complex relationships, reflecting the complexity of the real world. </a:t>
            </a:r>
            <a:endParaRPr dirty="0"/>
          </a:p>
          <a:p>
            <a:pPr marL="319087" indent="-239077">
              <a:lnSpc>
                <a:spcPct val="100000"/>
              </a:lnSpc>
              <a:spcBef>
                <a:spcPts val="700"/>
              </a:spcBef>
              <a:buClr>
                <a:schemeClr val="accent2"/>
              </a:buClr>
              <a:buSzPts val="1260"/>
              <a:buNone/>
            </a:pPr>
            <a:endParaRPr dirty="0">
              <a:solidFill>
                <a:schemeClr val="dk1"/>
              </a:solidFill>
              <a:latin typeface="Twentieth Century"/>
              <a:ea typeface="Twentieth Century"/>
              <a:cs typeface="Twentieth Century"/>
              <a:sym typeface="Twentieth Century"/>
            </a:endParaRPr>
          </a:p>
          <a:p>
            <a:pPr marL="319087" indent="-319087">
              <a:lnSpc>
                <a:spcPct val="100000"/>
              </a:lnSpc>
              <a:spcBef>
                <a:spcPts val="700"/>
              </a:spcBef>
              <a:buClr>
                <a:schemeClr val="accent2"/>
              </a:buClr>
              <a:buSzPts val="1260"/>
              <a:buFont typeface="Noto Sans Symbols"/>
              <a:buChar char="◻"/>
            </a:pPr>
            <a:r>
              <a:rPr lang="en-US" dirty="0">
                <a:solidFill>
                  <a:schemeClr val="dk1"/>
                </a:solidFill>
                <a:latin typeface="Twentieth Century"/>
                <a:ea typeface="Twentieth Century"/>
                <a:cs typeface="Twentieth Century"/>
                <a:sym typeface="Twentieth Century"/>
              </a:rPr>
              <a:t>Several kinds of knowledge need to be represented: </a:t>
            </a:r>
            <a:endParaRPr dirty="0"/>
          </a:p>
          <a:p>
            <a:pPr marL="404812" lvl="1" indent="-161924">
              <a:lnSpc>
                <a:spcPct val="100000"/>
              </a:lnSpc>
              <a:spcBef>
                <a:spcPts val="500"/>
              </a:spcBef>
              <a:buClr>
                <a:schemeClr val="accent1"/>
              </a:buClr>
              <a:buSzPts val="900"/>
              <a:buFont typeface="Noto Sans Symbols"/>
              <a:buChar char="●"/>
            </a:pPr>
            <a:r>
              <a:rPr lang="en-US" sz="2000" b="1" dirty="0">
                <a:solidFill>
                  <a:schemeClr val="dk1"/>
                </a:solidFill>
                <a:latin typeface="Times"/>
                <a:ea typeface="Times"/>
                <a:cs typeface="Times"/>
                <a:sym typeface="Times"/>
              </a:rPr>
              <a:t>Factual Data:</a:t>
            </a:r>
            <a:r>
              <a:rPr lang="en-US" sz="2000" dirty="0">
                <a:solidFill>
                  <a:schemeClr val="dk1"/>
                </a:solidFill>
                <a:latin typeface="Times"/>
                <a:ea typeface="Times"/>
                <a:cs typeface="Times"/>
                <a:sym typeface="Times"/>
              </a:rPr>
              <a:t> Known facts about the world. </a:t>
            </a:r>
            <a:endParaRPr dirty="0"/>
          </a:p>
          <a:p>
            <a:pPr marL="404812" lvl="1" indent="-104774">
              <a:lnSpc>
                <a:spcPct val="100000"/>
              </a:lnSpc>
              <a:spcBef>
                <a:spcPts val="500"/>
              </a:spcBef>
              <a:buClr>
                <a:schemeClr val="accent1"/>
              </a:buClr>
              <a:buSzPts val="900"/>
              <a:buNone/>
            </a:pPr>
            <a:endParaRPr sz="2000" dirty="0">
              <a:solidFill>
                <a:schemeClr val="dk1"/>
              </a:solidFill>
              <a:latin typeface="Times"/>
              <a:ea typeface="Times"/>
              <a:cs typeface="Times"/>
              <a:sym typeface="Times"/>
            </a:endParaRPr>
          </a:p>
          <a:p>
            <a:pPr marL="404812" lvl="1" indent="-161924">
              <a:lnSpc>
                <a:spcPct val="100000"/>
              </a:lnSpc>
              <a:spcBef>
                <a:spcPts val="500"/>
              </a:spcBef>
              <a:buClr>
                <a:schemeClr val="accent1"/>
              </a:buClr>
              <a:buSzPts val="900"/>
              <a:buFont typeface="Noto Sans Symbols"/>
              <a:buChar char="●"/>
            </a:pPr>
            <a:r>
              <a:rPr lang="en-US" sz="2000" b="1" dirty="0">
                <a:solidFill>
                  <a:schemeClr val="dk1"/>
                </a:solidFill>
                <a:latin typeface="Times"/>
                <a:ea typeface="Times"/>
                <a:cs typeface="Times"/>
                <a:sym typeface="Times"/>
              </a:rPr>
              <a:t>General Principles:</a:t>
            </a:r>
            <a:r>
              <a:rPr lang="en-US" sz="2000" dirty="0">
                <a:solidFill>
                  <a:schemeClr val="dk1"/>
                </a:solidFill>
                <a:latin typeface="Times"/>
                <a:ea typeface="Times"/>
                <a:cs typeface="Times"/>
                <a:sym typeface="Times"/>
              </a:rPr>
              <a:t> ``Every dog is a mammal.'' </a:t>
            </a:r>
            <a:endParaRPr dirty="0"/>
          </a:p>
          <a:p>
            <a:pPr marL="404812" lvl="1" indent="-104774">
              <a:lnSpc>
                <a:spcPct val="100000"/>
              </a:lnSpc>
              <a:spcBef>
                <a:spcPts val="500"/>
              </a:spcBef>
              <a:buClr>
                <a:schemeClr val="accent1"/>
              </a:buClr>
              <a:buSzPts val="900"/>
              <a:buNone/>
            </a:pPr>
            <a:endParaRPr sz="2000" dirty="0">
              <a:solidFill>
                <a:schemeClr val="dk1"/>
              </a:solidFill>
              <a:latin typeface="Times"/>
              <a:ea typeface="Times"/>
              <a:cs typeface="Times"/>
              <a:sym typeface="Times"/>
            </a:endParaRPr>
          </a:p>
          <a:p>
            <a:pPr marL="404812" lvl="1" indent="-161924">
              <a:lnSpc>
                <a:spcPct val="100000"/>
              </a:lnSpc>
              <a:spcBef>
                <a:spcPts val="500"/>
              </a:spcBef>
              <a:buClr>
                <a:schemeClr val="accent1"/>
              </a:buClr>
              <a:buSzPts val="900"/>
              <a:buFont typeface="Noto Sans Symbols"/>
              <a:buChar char="●"/>
            </a:pPr>
            <a:r>
              <a:rPr lang="en-US" sz="2000" b="1" dirty="0">
                <a:solidFill>
                  <a:schemeClr val="dk1"/>
                </a:solidFill>
                <a:latin typeface="Times"/>
                <a:ea typeface="Times"/>
                <a:cs typeface="Times"/>
                <a:sym typeface="Times"/>
              </a:rPr>
              <a:t>Hypothetical Data:</a:t>
            </a:r>
            <a:r>
              <a:rPr lang="en-US" sz="2000" dirty="0">
                <a:solidFill>
                  <a:schemeClr val="dk1"/>
                </a:solidFill>
                <a:latin typeface="Times"/>
                <a:ea typeface="Times"/>
                <a:cs typeface="Times"/>
                <a:sym typeface="Times"/>
              </a:rPr>
              <a:t> The computer must consider hypotheticals in order to reason about the effects of actions that are being contemplated. </a:t>
            </a:r>
            <a:endParaRPr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52"/>
        <p:cNvGrpSpPr/>
        <p:nvPr/>
      </p:nvGrpSpPr>
      <p:grpSpPr>
        <a:xfrm>
          <a:off x="0" y="0"/>
          <a:ext cx="0" cy="0"/>
          <a:chOff x="0" y="0"/>
          <a:chExt cx="0" cy="0"/>
        </a:xfrm>
      </p:grpSpPr>
      <p:sp>
        <p:nvSpPr>
          <p:cNvPr id="453" name="Google Shape;453;p65"/>
          <p:cNvSpPr txBox="1">
            <a:spLocks noGrp="1"/>
          </p:cNvSpPr>
          <p:nvPr>
            <p:ph type="title"/>
          </p:nvPr>
        </p:nvSpPr>
        <p:spPr>
          <a:xfrm>
            <a:off x="1981200" y="457200"/>
            <a:ext cx="8229600" cy="823912"/>
          </a:xfrm>
          <a:prstGeom prst="rect">
            <a:avLst/>
          </a:prstGeom>
          <a:noFill/>
          <a:ln>
            <a:noFill/>
          </a:ln>
        </p:spPr>
        <p:txBody>
          <a:bodyPr spcFirstLastPara="1" vert="horz" wrap="square" lIns="91425" tIns="45700" rIns="91425" bIns="45700" rtlCol="0" anchor="ctr" anchorCtr="0">
            <a:noAutofit/>
          </a:bodyPr>
          <a:lstStyle/>
          <a:p>
            <a:pPr>
              <a:lnSpc>
                <a:spcPct val="100000"/>
              </a:lnSpc>
              <a:spcBef>
                <a:spcPts val="0"/>
              </a:spcBef>
              <a:buClr>
                <a:schemeClr val="dk2"/>
              </a:buClr>
              <a:buSzPts val="4400"/>
            </a:pPr>
            <a:r>
              <a:rPr lang="en-US" sz="4400">
                <a:solidFill>
                  <a:schemeClr val="dk2"/>
                </a:solidFill>
                <a:latin typeface="Twentieth Century"/>
                <a:ea typeface="Twentieth Century"/>
                <a:cs typeface="Twentieth Century"/>
                <a:sym typeface="Twentieth Century"/>
              </a:rPr>
              <a:t>Representation Systems</a:t>
            </a:r>
            <a:endParaRPr/>
          </a:p>
        </p:txBody>
      </p:sp>
      <p:sp>
        <p:nvSpPr>
          <p:cNvPr id="454" name="Google Shape;454;p65"/>
          <p:cNvSpPr txBox="1">
            <a:spLocks noGrp="1"/>
          </p:cNvSpPr>
          <p:nvPr>
            <p:ph idx="1"/>
          </p:nvPr>
        </p:nvSpPr>
        <p:spPr>
          <a:xfrm>
            <a:off x="1981200" y="1524001"/>
            <a:ext cx="8229600" cy="4911725"/>
          </a:xfrm>
          <a:prstGeom prst="rect">
            <a:avLst/>
          </a:prstGeom>
          <a:noFill/>
          <a:ln>
            <a:noFill/>
          </a:ln>
        </p:spPr>
        <p:txBody>
          <a:bodyPr spcFirstLastPara="1" vert="horz" wrap="square" lIns="91425" tIns="45700" rIns="91425" bIns="45700" rtlCol="0" anchor="t" anchorCtr="0">
            <a:noAutofit/>
          </a:bodyPr>
          <a:lstStyle/>
          <a:p>
            <a:pPr marL="319087" indent="-319087">
              <a:lnSpc>
                <a:spcPct val="100000"/>
              </a:lnSpc>
              <a:spcBef>
                <a:spcPts val="0"/>
              </a:spcBef>
              <a:buClr>
                <a:schemeClr val="accent2"/>
              </a:buClr>
              <a:buSzPts val="1680"/>
              <a:buFont typeface="Noto Sans Symbols"/>
              <a:buChar char="◻"/>
            </a:pPr>
            <a:r>
              <a:rPr lang="en-US" sz="2800">
                <a:solidFill>
                  <a:schemeClr val="dk1"/>
                </a:solidFill>
                <a:latin typeface="Twentieth Century"/>
                <a:ea typeface="Twentieth Century"/>
                <a:cs typeface="Twentieth Century"/>
                <a:sym typeface="Twentieth Century"/>
              </a:rPr>
              <a:t>What is it?</a:t>
            </a:r>
            <a:endParaRPr/>
          </a:p>
          <a:p>
            <a:pPr marL="639762" lvl="1" indent="-273049">
              <a:lnSpc>
                <a:spcPct val="100000"/>
              </a:lnSpc>
              <a:spcBef>
                <a:spcPts val="500"/>
              </a:spcBef>
              <a:buClr>
                <a:schemeClr val="accent1"/>
              </a:buClr>
              <a:buSzPts val="1680"/>
              <a:buFont typeface="Noto Sans Symbols"/>
              <a:buChar char="🞑"/>
            </a:pPr>
            <a:r>
              <a:rPr lang="en-US" sz="2400" i="1">
                <a:solidFill>
                  <a:schemeClr val="dk1"/>
                </a:solidFill>
                <a:latin typeface="Twentieth Century"/>
                <a:ea typeface="Twentieth Century"/>
                <a:cs typeface="Twentieth Century"/>
                <a:sym typeface="Twentieth Century"/>
              </a:rPr>
              <a:t>Capture the essential features of a problem domain and make that information accessible to a problem-solving procedure</a:t>
            </a:r>
            <a:endParaRPr/>
          </a:p>
          <a:p>
            <a:pPr marL="319087" indent="-319087">
              <a:lnSpc>
                <a:spcPct val="100000"/>
              </a:lnSpc>
              <a:spcBef>
                <a:spcPts val="700"/>
              </a:spcBef>
              <a:buClr>
                <a:schemeClr val="accent2"/>
              </a:buClr>
              <a:buSzPts val="1680"/>
              <a:buFont typeface="Noto Sans Symbols"/>
              <a:buChar char="◻"/>
            </a:pPr>
            <a:r>
              <a:rPr lang="en-US" sz="2800">
                <a:solidFill>
                  <a:schemeClr val="dk1"/>
                </a:solidFill>
                <a:latin typeface="Twentieth Century"/>
                <a:ea typeface="Twentieth Century"/>
                <a:cs typeface="Twentieth Century"/>
                <a:sym typeface="Twentieth Century"/>
              </a:rPr>
              <a:t>Measures</a:t>
            </a:r>
            <a:endParaRPr/>
          </a:p>
          <a:p>
            <a:pPr marL="639762" lvl="1" indent="-273049">
              <a:lnSpc>
                <a:spcPct val="100000"/>
              </a:lnSpc>
              <a:spcBef>
                <a:spcPts val="500"/>
              </a:spcBef>
              <a:buClr>
                <a:schemeClr val="accent1"/>
              </a:buClr>
              <a:buSzPts val="1680"/>
              <a:buFont typeface="Noto Sans Symbols"/>
              <a:buChar char="🞑"/>
            </a:pPr>
            <a:r>
              <a:rPr lang="en-US" sz="2400">
                <a:solidFill>
                  <a:schemeClr val="dk1"/>
                </a:solidFill>
                <a:latin typeface="Twentieth Century"/>
                <a:ea typeface="Twentieth Century"/>
                <a:cs typeface="Twentieth Century"/>
                <a:sym typeface="Twentieth Century"/>
              </a:rPr>
              <a:t>Abstraction – how to manage complexity</a:t>
            </a:r>
            <a:endParaRPr/>
          </a:p>
          <a:p>
            <a:pPr marL="639762" lvl="1" indent="-273049">
              <a:lnSpc>
                <a:spcPct val="100000"/>
              </a:lnSpc>
              <a:spcBef>
                <a:spcPts val="500"/>
              </a:spcBef>
              <a:buClr>
                <a:schemeClr val="accent1"/>
              </a:buClr>
              <a:buSzPts val="1680"/>
              <a:buFont typeface="Noto Sans Symbols"/>
              <a:buChar char="🞑"/>
            </a:pPr>
            <a:r>
              <a:rPr lang="en-US" sz="2400">
                <a:solidFill>
                  <a:schemeClr val="dk1"/>
                </a:solidFill>
                <a:latin typeface="Twentieth Century"/>
                <a:ea typeface="Twentieth Century"/>
                <a:cs typeface="Twentieth Century"/>
                <a:sym typeface="Twentieth Century"/>
              </a:rPr>
              <a:t>Expressiveness – what can be represented</a:t>
            </a:r>
            <a:endParaRPr/>
          </a:p>
          <a:p>
            <a:pPr marL="639762" lvl="1" indent="-273049">
              <a:lnSpc>
                <a:spcPct val="100000"/>
              </a:lnSpc>
              <a:spcBef>
                <a:spcPts val="500"/>
              </a:spcBef>
              <a:buClr>
                <a:schemeClr val="accent1"/>
              </a:buClr>
              <a:buSzPts val="1680"/>
              <a:buFont typeface="Noto Sans Symbols"/>
              <a:buChar char="🞑"/>
            </a:pPr>
            <a:r>
              <a:rPr lang="en-US" sz="2400">
                <a:solidFill>
                  <a:schemeClr val="dk1"/>
                </a:solidFill>
                <a:latin typeface="Twentieth Century"/>
                <a:ea typeface="Twentieth Century"/>
                <a:cs typeface="Twentieth Century"/>
                <a:sym typeface="Twentieth Century"/>
              </a:rPr>
              <a:t>Efficiency – how is it used to solve problems</a:t>
            </a:r>
            <a:endParaRPr/>
          </a:p>
          <a:p>
            <a:pPr marL="319087" indent="-319087">
              <a:lnSpc>
                <a:spcPct val="100000"/>
              </a:lnSpc>
              <a:spcBef>
                <a:spcPts val="700"/>
              </a:spcBef>
              <a:buClr>
                <a:schemeClr val="accent2"/>
              </a:buClr>
              <a:buSzPts val="1680"/>
              <a:buFont typeface="Noto Sans Symbols"/>
              <a:buChar char="◻"/>
            </a:pPr>
            <a:r>
              <a:rPr lang="en-US" sz="2800">
                <a:solidFill>
                  <a:schemeClr val="dk1"/>
                </a:solidFill>
                <a:latin typeface="Twentieth Century"/>
                <a:ea typeface="Twentieth Century"/>
                <a:cs typeface="Twentieth Century"/>
                <a:sym typeface="Twentieth Century"/>
              </a:rPr>
              <a:t>Trade-off between efficiency and expressiveness</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pic>
        <p:nvPicPr>
          <p:cNvPr id="459" name="Google Shape;459;p66"/>
          <p:cNvPicPr preferRelativeResize="0"/>
          <p:nvPr/>
        </p:nvPicPr>
        <p:blipFill rotWithShape="1">
          <a:blip r:embed="rId3">
            <a:alphaModFix/>
          </a:blip>
          <a:srcRect/>
          <a:stretch/>
        </p:blipFill>
        <p:spPr>
          <a:xfrm>
            <a:off x="2209800" y="2438400"/>
            <a:ext cx="7772400" cy="3041650"/>
          </a:xfrm>
          <a:prstGeom prst="rect">
            <a:avLst/>
          </a:prstGeom>
          <a:noFill/>
          <a:ln>
            <a:noFill/>
          </a:ln>
        </p:spPr>
      </p:pic>
      <p:sp>
        <p:nvSpPr>
          <p:cNvPr id="460" name="Google Shape;460;p66"/>
          <p:cNvSpPr txBox="1"/>
          <p:nvPr/>
        </p:nvSpPr>
        <p:spPr>
          <a:xfrm>
            <a:off x="2057400" y="1600200"/>
            <a:ext cx="8153400" cy="519112"/>
          </a:xfrm>
          <a:prstGeom prst="rect">
            <a:avLst/>
          </a:prstGeom>
          <a:noFill/>
          <a:ln>
            <a:noFill/>
          </a:ln>
        </p:spPr>
        <p:txBody>
          <a:bodyPr spcFirstLastPara="1" wrap="square" lIns="91425" tIns="45700" rIns="91425" bIns="45700" anchor="t" anchorCtr="0">
            <a:spAutoFit/>
          </a:bodyPr>
          <a:lstStyle/>
          <a:p>
            <a:pPr>
              <a:buClr>
                <a:schemeClr val="dk1"/>
              </a:buClr>
              <a:buSzPts val="2800"/>
            </a:pPr>
            <a:r>
              <a:rPr lang="en-US" sz="2800">
                <a:solidFill>
                  <a:schemeClr val="dk1"/>
                </a:solidFill>
                <a:latin typeface="Times New Roman"/>
                <a:ea typeface="Times New Roman"/>
                <a:cs typeface="Times New Roman"/>
                <a:sym typeface="Times New Roman"/>
              </a:rPr>
              <a:t>Different representations of the real number π. </a:t>
            </a:r>
            <a:endParaRPr/>
          </a:p>
        </p:txBody>
      </p:sp>
      <p:sp>
        <p:nvSpPr>
          <p:cNvPr id="461" name="Google Shape;461;p66"/>
          <p:cNvSpPr txBox="1"/>
          <p:nvPr/>
        </p:nvSpPr>
        <p:spPr>
          <a:xfrm>
            <a:off x="1981200" y="158750"/>
            <a:ext cx="8229600" cy="908050"/>
          </a:xfrm>
          <a:prstGeom prst="rect">
            <a:avLst/>
          </a:prstGeom>
          <a:noFill/>
          <a:ln>
            <a:noFill/>
          </a:ln>
        </p:spPr>
        <p:txBody>
          <a:bodyPr spcFirstLastPara="1" wrap="square" lIns="91425" tIns="45700" rIns="91425" bIns="45700" anchor="b" anchorCtr="0">
            <a:noAutofit/>
          </a:bodyPr>
          <a:lstStyle/>
          <a:p>
            <a:pPr algn="ctr">
              <a:buClr>
                <a:schemeClr val="dk2"/>
              </a:buClr>
              <a:buSzPts val="4400"/>
            </a:pPr>
            <a:r>
              <a:rPr lang="en-US" sz="4400">
                <a:solidFill>
                  <a:schemeClr val="dk2"/>
                </a:solidFill>
                <a:latin typeface="Twentieth Century"/>
                <a:ea typeface="Twentieth Century"/>
                <a:cs typeface="Twentieth Century"/>
                <a:sym typeface="Twentieth Century"/>
              </a:rPr>
              <a:t>Representation of π</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65"/>
        <p:cNvGrpSpPr/>
        <p:nvPr/>
      </p:nvGrpSpPr>
      <p:grpSpPr>
        <a:xfrm>
          <a:off x="0" y="0"/>
          <a:ext cx="0" cy="0"/>
          <a:chOff x="0" y="0"/>
          <a:chExt cx="0" cy="0"/>
        </a:xfrm>
      </p:grpSpPr>
      <p:sp>
        <p:nvSpPr>
          <p:cNvPr id="466" name="Google Shape;466;p67"/>
          <p:cNvSpPr txBox="1"/>
          <p:nvPr/>
        </p:nvSpPr>
        <p:spPr>
          <a:xfrm>
            <a:off x="5867400" y="1676400"/>
            <a:ext cx="4267200" cy="1200288"/>
          </a:xfrm>
          <a:prstGeom prst="rect">
            <a:avLst/>
          </a:prstGeom>
          <a:noFill/>
          <a:ln>
            <a:noFill/>
          </a:ln>
        </p:spPr>
        <p:txBody>
          <a:bodyPr spcFirstLastPara="1" wrap="square" lIns="91425" tIns="45700" rIns="91425" bIns="45700" anchor="t" anchorCtr="0">
            <a:spAutoFit/>
          </a:bodyPr>
          <a:lstStyle/>
          <a:p>
            <a:pPr>
              <a:buClr>
                <a:schemeClr val="dk1"/>
              </a:buClr>
              <a:buSzPts val="2400"/>
            </a:pPr>
            <a:r>
              <a:rPr lang="en-US" sz="2400">
                <a:solidFill>
                  <a:schemeClr val="dk1"/>
                </a:solidFill>
                <a:latin typeface="Times New Roman"/>
                <a:ea typeface="Times New Roman"/>
                <a:cs typeface="Times New Roman"/>
                <a:sym typeface="Times New Roman"/>
              </a:rPr>
              <a:t>Logical Clauses describing some important properties and relationships</a:t>
            </a:r>
            <a:endParaRPr/>
          </a:p>
        </p:txBody>
      </p:sp>
      <p:pic>
        <p:nvPicPr>
          <p:cNvPr id="467" name="Google Shape;467;p67"/>
          <p:cNvPicPr preferRelativeResize="0"/>
          <p:nvPr/>
        </p:nvPicPr>
        <p:blipFill rotWithShape="1">
          <a:blip r:embed="rId3">
            <a:alphaModFix/>
          </a:blip>
          <a:srcRect/>
          <a:stretch/>
        </p:blipFill>
        <p:spPr>
          <a:xfrm>
            <a:off x="8458201" y="2590801"/>
            <a:ext cx="1190625" cy="2409825"/>
          </a:xfrm>
          <a:prstGeom prst="rect">
            <a:avLst/>
          </a:prstGeom>
          <a:noFill/>
          <a:ln>
            <a:noFill/>
          </a:ln>
        </p:spPr>
      </p:pic>
      <p:sp>
        <p:nvSpPr>
          <p:cNvPr id="468" name="Google Shape;468;p67"/>
          <p:cNvSpPr txBox="1"/>
          <p:nvPr/>
        </p:nvSpPr>
        <p:spPr>
          <a:xfrm>
            <a:off x="3429000" y="5334000"/>
            <a:ext cx="3200400" cy="457200"/>
          </a:xfrm>
          <a:prstGeom prst="rect">
            <a:avLst/>
          </a:prstGeom>
          <a:noFill/>
          <a:ln>
            <a:noFill/>
          </a:ln>
        </p:spPr>
        <p:txBody>
          <a:bodyPr spcFirstLastPara="1" wrap="square" lIns="91425" tIns="45700" rIns="91425" bIns="45700" anchor="t" anchorCtr="0">
            <a:spAutoFit/>
          </a:bodyPr>
          <a:lstStyle/>
          <a:p>
            <a:pPr>
              <a:buClr>
                <a:schemeClr val="dk1"/>
              </a:buClr>
              <a:buSzPts val="2400"/>
            </a:pPr>
            <a:r>
              <a:rPr lang="en-US" sz="2400">
                <a:solidFill>
                  <a:schemeClr val="dk1"/>
                </a:solidFill>
                <a:latin typeface="Times New Roman"/>
                <a:ea typeface="Times New Roman"/>
                <a:cs typeface="Times New Roman"/>
                <a:sym typeface="Times New Roman"/>
              </a:rPr>
              <a:t>General rule</a:t>
            </a:r>
            <a:endParaRPr/>
          </a:p>
        </p:txBody>
      </p:sp>
      <p:pic>
        <p:nvPicPr>
          <p:cNvPr id="469" name="Google Shape;469;p67"/>
          <p:cNvPicPr preferRelativeResize="0"/>
          <p:nvPr/>
        </p:nvPicPr>
        <p:blipFill rotWithShape="1">
          <a:blip r:embed="rId4">
            <a:alphaModFix/>
          </a:blip>
          <a:srcRect/>
          <a:stretch/>
        </p:blipFill>
        <p:spPr>
          <a:xfrm>
            <a:off x="6629401" y="5334001"/>
            <a:ext cx="3171825" cy="504825"/>
          </a:xfrm>
          <a:prstGeom prst="rect">
            <a:avLst/>
          </a:prstGeom>
          <a:noFill/>
          <a:ln>
            <a:noFill/>
          </a:ln>
        </p:spPr>
      </p:pic>
      <p:pic>
        <p:nvPicPr>
          <p:cNvPr id="470" name="Google Shape;470;p67"/>
          <p:cNvPicPr preferRelativeResize="0"/>
          <p:nvPr/>
        </p:nvPicPr>
        <p:blipFill rotWithShape="1">
          <a:blip r:embed="rId5">
            <a:alphaModFix/>
          </a:blip>
          <a:srcRect/>
          <a:stretch/>
        </p:blipFill>
        <p:spPr>
          <a:xfrm>
            <a:off x="1981201" y="2286000"/>
            <a:ext cx="3457575" cy="2324100"/>
          </a:xfrm>
          <a:prstGeom prst="rect">
            <a:avLst/>
          </a:prstGeom>
          <a:noFill/>
          <a:ln>
            <a:noFill/>
          </a:ln>
        </p:spPr>
      </p:pic>
      <p:sp>
        <p:nvSpPr>
          <p:cNvPr id="471" name="Google Shape;471;p67"/>
          <p:cNvSpPr txBox="1"/>
          <p:nvPr/>
        </p:nvSpPr>
        <p:spPr>
          <a:xfrm>
            <a:off x="1905000" y="1676400"/>
            <a:ext cx="4114800" cy="457200"/>
          </a:xfrm>
          <a:prstGeom prst="rect">
            <a:avLst/>
          </a:prstGeom>
          <a:noFill/>
          <a:ln>
            <a:noFill/>
          </a:ln>
        </p:spPr>
        <p:txBody>
          <a:bodyPr spcFirstLastPara="1" wrap="square" lIns="91425" tIns="45700" rIns="91425" bIns="45700" anchor="t" anchorCtr="0">
            <a:spAutoFit/>
          </a:bodyPr>
          <a:lstStyle/>
          <a:p>
            <a:pPr>
              <a:buClr>
                <a:schemeClr val="dk1"/>
              </a:buClr>
              <a:buSzPts val="2400"/>
            </a:pPr>
            <a:r>
              <a:rPr lang="en-US" sz="2400">
                <a:solidFill>
                  <a:schemeClr val="dk1"/>
                </a:solidFill>
                <a:latin typeface="Times New Roman"/>
                <a:ea typeface="Times New Roman"/>
                <a:cs typeface="Times New Roman"/>
                <a:sym typeface="Times New Roman"/>
              </a:rPr>
              <a:t>A blocks world</a:t>
            </a:r>
            <a:endParaRPr/>
          </a:p>
        </p:txBody>
      </p:sp>
      <p:sp>
        <p:nvSpPr>
          <p:cNvPr id="472" name="Google Shape;472;p67"/>
          <p:cNvSpPr txBox="1"/>
          <p:nvPr/>
        </p:nvSpPr>
        <p:spPr>
          <a:xfrm>
            <a:off x="1981200" y="158750"/>
            <a:ext cx="8229600" cy="908050"/>
          </a:xfrm>
          <a:prstGeom prst="rect">
            <a:avLst/>
          </a:prstGeom>
          <a:noFill/>
          <a:ln>
            <a:noFill/>
          </a:ln>
        </p:spPr>
        <p:txBody>
          <a:bodyPr spcFirstLastPara="1" wrap="square" lIns="91425" tIns="45700" rIns="91425" bIns="45700" anchor="b" anchorCtr="0">
            <a:noAutofit/>
          </a:bodyPr>
          <a:lstStyle/>
          <a:p>
            <a:pPr algn="ctr">
              <a:buClr>
                <a:schemeClr val="dk2"/>
              </a:buClr>
              <a:buSzPts val="4400"/>
            </a:pPr>
            <a:r>
              <a:rPr lang="en-US" sz="4400">
                <a:solidFill>
                  <a:schemeClr val="dk2"/>
                </a:solidFill>
                <a:latin typeface="Twentieth Century"/>
                <a:ea typeface="Twentieth Century"/>
                <a:cs typeface="Twentieth Century"/>
                <a:sym typeface="Twentieth Century"/>
              </a:rPr>
              <a:t>Block World Representation</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76"/>
        <p:cNvGrpSpPr/>
        <p:nvPr/>
      </p:nvGrpSpPr>
      <p:grpSpPr>
        <a:xfrm>
          <a:off x="0" y="0"/>
          <a:ext cx="0" cy="0"/>
          <a:chOff x="0" y="0"/>
          <a:chExt cx="0" cy="0"/>
        </a:xfrm>
      </p:grpSpPr>
      <p:sp>
        <p:nvSpPr>
          <p:cNvPr id="477" name="Google Shape;477;p68"/>
          <p:cNvSpPr txBox="1"/>
          <p:nvPr/>
        </p:nvSpPr>
        <p:spPr>
          <a:xfrm>
            <a:off x="1981200" y="1524000"/>
            <a:ext cx="4648200" cy="830956"/>
          </a:xfrm>
          <a:prstGeom prst="rect">
            <a:avLst/>
          </a:prstGeom>
          <a:noFill/>
          <a:ln>
            <a:noFill/>
          </a:ln>
        </p:spPr>
        <p:txBody>
          <a:bodyPr spcFirstLastPara="1" wrap="square" lIns="91425" tIns="45700" rIns="91425" bIns="45700" anchor="t" anchorCtr="0">
            <a:spAutoFit/>
          </a:bodyPr>
          <a:lstStyle/>
          <a:p>
            <a:pPr>
              <a:buClr>
                <a:schemeClr val="dk1"/>
              </a:buClr>
              <a:buSzPts val="2400"/>
            </a:pPr>
            <a:r>
              <a:rPr lang="en-US" sz="2400">
                <a:solidFill>
                  <a:schemeClr val="dk1"/>
                </a:solidFill>
                <a:latin typeface="Times New Roman"/>
                <a:ea typeface="Times New Roman"/>
                <a:cs typeface="Times New Roman"/>
                <a:sym typeface="Times New Roman"/>
              </a:rPr>
              <a:t>Logical predicates representing a simple description of a bluebird</a:t>
            </a:r>
            <a:r>
              <a:rPr lang="en-US" sz="1600">
                <a:solidFill>
                  <a:schemeClr val="dk1"/>
                </a:solidFill>
                <a:latin typeface="Times New Roman"/>
                <a:ea typeface="Times New Roman"/>
                <a:cs typeface="Times New Roman"/>
                <a:sym typeface="Times New Roman"/>
              </a:rPr>
              <a:t>.</a:t>
            </a:r>
            <a:endParaRPr/>
          </a:p>
        </p:txBody>
      </p:sp>
      <p:pic>
        <p:nvPicPr>
          <p:cNvPr id="478" name="Google Shape;478;p68"/>
          <p:cNvPicPr preferRelativeResize="0"/>
          <p:nvPr/>
        </p:nvPicPr>
        <p:blipFill rotWithShape="1">
          <a:blip r:embed="rId3">
            <a:alphaModFix/>
          </a:blip>
          <a:srcRect/>
          <a:stretch/>
        </p:blipFill>
        <p:spPr>
          <a:xfrm>
            <a:off x="6858000" y="1447801"/>
            <a:ext cx="3352800" cy="2149475"/>
          </a:xfrm>
          <a:prstGeom prst="rect">
            <a:avLst/>
          </a:prstGeom>
          <a:noFill/>
          <a:ln>
            <a:noFill/>
          </a:ln>
        </p:spPr>
      </p:pic>
      <p:sp>
        <p:nvSpPr>
          <p:cNvPr id="479" name="Google Shape;479;p68"/>
          <p:cNvSpPr txBox="1"/>
          <p:nvPr/>
        </p:nvSpPr>
        <p:spPr>
          <a:xfrm>
            <a:off x="1981200" y="304800"/>
            <a:ext cx="8229600" cy="908050"/>
          </a:xfrm>
          <a:prstGeom prst="rect">
            <a:avLst/>
          </a:prstGeom>
          <a:noFill/>
          <a:ln>
            <a:noFill/>
          </a:ln>
        </p:spPr>
        <p:txBody>
          <a:bodyPr spcFirstLastPara="1" wrap="square" lIns="91425" tIns="45700" rIns="91425" bIns="45700" anchor="b" anchorCtr="0">
            <a:noAutofit/>
          </a:bodyPr>
          <a:lstStyle/>
          <a:p>
            <a:pPr algn="ctr">
              <a:buClr>
                <a:schemeClr val="dk2"/>
              </a:buClr>
              <a:buSzPts val="4400"/>
            </a:pPr>
            <a:r>
              <a:rPr lang="en-US" sz="4400">
                <a:solidFill>
                  <a:schemeClr val="dk2"/>
                </a:solidFill>
                <a:latin typeface="Twentieth Century"/>
                <a:ea typeface="Twentieth Century"/>
                <a:cs typeface="Twentieth Century"/>
                <a:sym typeface="Twentieth Century"/>
              </a:rPr>
              <a:t>Bluebird Representations</a:t>
            </a:r>
            <a:endParaRPr/>
          </a:p>
        </p:txBody>
      </p:sp>
      <p:sp>
        <p:nvSpPr>
          <p:cNvPr id="480" name="Google Shape;480;p68"/>
          <p:cNvSpPr txBox="1"/>
          <p:nvPr/>
        </p:nvSpPr>
        <p:spPr>
          <a:xfrm>
            <a:off x="2057400" y="2743200"/>
            <a:ext cx="4648200" cy="830956"/>
          </a:xfrm>
          <a:prstGeom prst="rect">
            <a:avLst/>
          </a:prstGeom>
          <a:noFill/>
          <a:ln>
            <a:noFill/>
          </a:ln>
        </p:spPr>
        <p:txBody>
          <a:bodyPr spcFirstLastPara="1" wrap="square" lIns="91425" tIns="45700" rIns="91425" bIns="45700" anchor="t" anchorCtr="0">
            <a:spAutoFit/>
          </a:bodyPr>
          <a:lstStyle/>
          <a:p>
            <a:pPr>
              <a:buClr>
                <a:schemeClr val="dk1"/>
              </a:buClr>
              <a:buSzPts val="2400"/>
            </a:pPr>
            <a:r>
              <a:rPr lang="en-US" sz="2400">
                <a:solidFill>
                  <a:schemeClr val="dk1"/>
                </a:solidFill>
                <a:latin typeface="Times New Roman"/>
                <a:ea typeface="Times New Roman"/>
                <a:cs typeface="Times New Roman"/>
                <a:sym typeface="Times New Roman"/>
              </a:rPr>
              <a:t>Semantic network description of a bluebird. </a:t>
            </a:r>
            <a:endParaRPr/>
          </a:p>
        </p:txBody>
      </p:sp>
      <p:pic>
        <p:nvPicPr>
          <p:cNvPr id="481" name="Google Shape;481;p68"/>
          <p:cNvPicPr preferRelativeResize="0"/>
          <p:nvPr/>
        </p:nvPicPr>
        <p:blipFill rotWithShape="1">
          <a:blip r:embed="rId4">
            <a:alphaModFix/>
          </a:blip>
          <a:srcRect/>
          <a:stretch/>
        </p:blipFill>
        <p:spPr>
          <a:xfrm>
            <a:off x="2286000" y="3581401"/>
            <a:ext cx="7696200" cy="2905125"/>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85"/>
        <p:cNvGrpSpPr/>
        <p:nvPr/>
      </p:nvGrpSpPr>
      <p:grpSpPr>
        <a:xfrm>
          <a:off x="0" y="0"/>
          <a:ext cx="0" cy="0"/>
          <a:chOff x="0" y="0"/>
          <a:chExt cx="0" cy="0"/>
        </a:xfrm>
      </p:grpSpPr>
      <p:sp>
        <p:nvSpPr>
          <p:cNvPr id="486" name="Google Shape;486;p69"/>
          <p:cNvSpPr txBox="1">
            <a:spLocks noGrp="1"/>
          </p:cNvSpPr>
          <p:nvPr>
            <p:ph type="title"/>
          </p:nvPr>
        </p:nvSpPr>
        <p:spPr>
          <a:xfrm>
            <a:off x="1981200" y="274637"/>
            <a:ext cx="8229600" cy="755650"/>
          </a:xfrm>
          <a:prstGeom prst="rect">
            <a:avLst/>
          </a:prstGeom>
          <a:noFill/>
          <a:ln>
            <a:noFill/>
          </a:ln>
        </p:spPr>
        <p:txBody>
          <a:bodyPr spcFirstLastPara="1" vert="horz" wrap="square" lIns="91425" tIns="45700" rIns="91425" bIns="45700" rtlCol="0" anchor="ctr" anchorCtr="0">
            <a:normAutofit/>
          </a:bodyPr>
          <a:lstStyle/>
          <a:p>
            <a:pPr>
              <a:lnSpc>
                <a:spcPct val="100000"/>
              </a:lnSpc>
              <a:spcBef>
                <a:spcPts val="0"/>
              </a:spcBef>
              <a:buClr>
                <a:schemeClr val="dk2"/>
              </a:buClr>
              <a:buSzPts val="4000"/>
            </a:pPr>
            <a:r>
              <a:rPr lang="en-US" sz="4000">
                <a:solidFill>
                  <a:schemeClr val="dk2"/>
                </a:solidFill>
                <a:latin typeface="Twentieth Century"/>
                <a:ea typeface="Twentieth Century"/>
                <a:cs typeface="Twentieth Century"/>
                <a:sym typeface="Twentieth Century"/>
              </a:rPr>
              <a:t>State Space Search</a:t>
            </a:r>
            <a:endParaRPr/>
          </a:p>
        </p:txBody>
      </p:sp>
      <p:sp>
        <p:nvSpPr>
          <p:cNvPr id="487" name="Google Shape;487;p69"/>
          <p:cNvSpPr txBox="1">
            <a:spLocks noGrp="1"/>
          </p:cNvSpPr>
          <p:nvPr>
            <p:ph idx="1"/>
          </p:nvPr>
        </p:nvSpPr>
        <p:spPr>
          <a:xfrm>
            <a:off x="1981200" y="1524001"/>
            <a:ext cx="8229600" cy="5064125"/>
          </a:xfrm>
          <a:prstGeom prst="rect">
            <a:avLst/>
          </a:prstGeom>
          <a:noFill/>
          <a:ln>
            <a:noFill/>
          </a:ln>
        </p:spPr>
        <p:txBody>
          <a:bodyPr spcFirstLastPara="1" vert="horz" wrap="square" lIns="91425" tIns="45700" rIns="91425" bIns="45700" rtlCol="0" anchor="t" anchorCtr="0">
            <a:noAutofit/>
          </a:bodyPr>
          <a:lstStyle/>
          <a:p>
            <a:pPr marL="319087" indent="-319087">
              <a:lnSpc>
                <a:spcPct val="80000"/>
              </a:lnSpc>
              <a:spcBef>
                <a:spcPts val="0"/>
              </a:spcBef>
              <a:buClr>
                <a:schemeClr val="accent2"/>
              </a:buClr>
              <a:buSzPts val="1200"/>
              <a:buFont typeface="Noto Sans Symbols"/>
              <a:buChar char="◻"/>
            </a:pPr>
            <a:r>
              <a:rPr lang="en-US" sz="2000">
                <a:solidFill>
                  <a:schemeClr val="dk1"/>
                </a:solidFill>
                <a:latin typeface="Twentieth Century"/>
                <a:ea typeface="Twentieth Century"/>
                <a:cs typeface="Twentieth Century"/>
                <a:sym typeface="Twentieth Century"/>
              </a:rPr>
              <a:t>State space</a:t>
            </a:r>
            <a:endParaRPr/>
          </a:p>
          <a:p>
            <a:pPr marL="639762" lvl="1" indent="-273049">
              <a:lnSpc>
                <a:spcPct val="80000"/>
              </a:lnSpc>
              <a:spcBef>
                <a:spcPts val="500"/>
              </a:spcBef>
              <a:buClr>
                <a:schemeClr val="accent1"/>
              </a:buClr>
              <a:buSzPts val="1260"/>
              <a:buFont typeface="Noto Sans Symbols"/>
              <a:buChar char="🞑"/>
            </a:pPr>
            <a:r>
              <a:rPr lang="en-US">
                <a:solidFill>
                  <a:schemeClr val="dk1"/>
                </a:solidFill>
                <a:latin typeface="Twentieth Century"/>
                <a:ea typeface="Twentieth Century"/>
                <a:cs typeface="Twentieth Century"/>
                <a:sym typeface="Twentieth Century"/>
              </a:rPr>
              <a:t>State – any current representation of a problem</a:t>
            </a:r>
            <a:endParaRPr/>
          </a:p>
          <a:p>
            <a:pPr marL="639762" lvl="1" indent="-273049">
              <a:lnSpc>
                <a:spcPct val="80000"/>
              </a:lnSpc>
              <a:spcBef>
                <a:spcPts val="500"/>
              </a:spcBef>
              <a:buClr>
                <a:schemeClr val="accent1"/>
              </a:buClr>
              <a:buSzPts val="1260"/>
              <a:buFont typeface="Noto Sans Symbols"/>
              <a:buChar char="🞑"/>
            </a:pPr>
            <a:r>
              <a:rPr lang="en-US">
                <a:solidFill>
                  <a:schemeClr val="dk1"/>
                </a:solidFill>
                <a:latin typeface="Twentieth Century"/>
                <a:ea typeface="Twentieth Century"/>
                <a:cs typeface="Twentieth Century"/>
                <a:sym typeface="Twentieth Century"/>
              </a:rPr>
              <a:t>State space</a:t>
            </a:r>
            <a:endParaRPr/>
          </a:p>
          <a:p>
            <a:pPr marL="914400" lvl="2" indent="-228600">
              <a:lnSpc>
                <a:spcPct val="80000"/>
              </a:lnSpc>
              <a:spcBef>
                <a:spcPts val="500"/>
              </a:spcBef>
              <a:buClr>
                <a:schemeClr val="accent2"/>
              </a:buClr>
              <a:buSzPts val="1200"/>
              <a:buFont typeface="Noto Sans Symbols"/>
              <a:buChar char="■"/>
            </a:pPr>
            <a:r>
              <a:rPr lang="en-US" sz="1600">
                <a:solidFill>
                  <a:schemeClr val="dk1"/>
                </a:solidFill>
                <a:latin typeface="Twentieth Century"/>
                <a:ea typeface="Twentieth Century"/>
                <a:cs typeface="Twentieth Century"/>
                <a:sym typeface="Twentieth Century"/>
              </a:rPr>
              <a:t>All possible state of the problem</a:t>
            </a:r>
            <a:endParaRPr/>
          </a:p>
          <a:p>
            <a:pPr marL="914400" lvl="2" indent="-228600">
              <a:lnSpc>
                <a:spcPct val="80000"/>
              </a:lnSpc>
              <a:spcBef>
                <a:spcPts val="500"/>
              </a:spcBef>
              <a:buClr>
                <a:schemeClr val="accent2"/>
              </a:buClr>
              <a:buSzPts val="1200"/>
              <a:buFont typeface="Noto Sans Symbols"/>
              <a:buChar char="■"/>
            </a:pPr>
            <a:r>
              <a:rPr lang="en-US" sz="1600">
                <a:solidFill>
                  <a:schemeClr val="dk1"/>
                </a:solidFill>
                <a:latin typeface="Twentieth Century"/>
                <a:ea typeface="Twentieth Century"/>
                <a:cs typeface="Twentieth Century"/>
                <a:sym typeface="Twentieth Century"/>
              </a:rPr>
              <a:t>Start states – the initial state of the problem</a:t>
            </a:r>
            <a:endParaRPr/>
          </a:p>
          <a:p>
            <a:pPr marL="914400" lvl="2" indent="-228600">
              <a:lnSpc>
                <a:spcPct val="80000"/>
              </a:lnSpc>
              <a:spcBef>
                <a:spcPts val="500"/>
              </a:spcBef>
              <a:buClr>
                <a:schemeClr val="accent2"/>
              </a:buClr>
              <a:buSzPts val="1200"/>
              <a:buFont typeface="Noto Sans Symbols"/>
              <a:buChar char="■"/>
            </a:pPr>
            <a:r>
              <a:rPr lang="en-US" sz="1600">
                <a:solidFill>
                  <a:schemeClr val="dk1"/>
                </a:solidFill>
                <a:latin typeface="Twentieth Century"/>
                <a:ea typeface="Twentieth Century"/>
                <a:cs typeface="Twentieth Century"/>
                <a:sym typeface="Twentieth Century"/>
              </a:rPr>
              <a:t>Target states – the final states of the problem that has been solved</a:t>
            </a:r>
            <a:endParaRPr/>
          </a:p>
          <a:p>
            <a:pPr marL="639762" lvl="1" indent="-273049">
              <a:lnSpc>
                <a:spcPct val="80000"/>
              </a:lnSpc>
              <a:spcBef>
                <a:spcPts val="500"/>
              </a:spcBef>
              <a:buClr>
                <a:schemeClr val="accent1"/>
              </a:buClr>
              <a:buSzPts val="1260"/>
              <a:buFont typeface="Noto Sans Symbols"/>
              <a:buChar char="🞑"/>
            </a:pPr>
            <a:r>
              <a:rPr lang="en-US">
                <a:solidFill>
                  <a:schemeClr val="dk1"/>
                </a:solidFill>
                <a:latin typeface="Twentieth Century"/>
                <a:ea typeface="Twentieth Century"/>
                <a:cs typeface="Twentieth Century"/>
                <a:sym typeface="Twentieth Century"/>
              </a:rPr>
              <a:t>State space graph </a:t>
            </a:r>
            <a:endParaRPr/>
          </a:p>
          <a:p>
            <a:pPr marL="914400" lvl="2" indent="-228600">
              <a:lnSpc>
                <a:spcPct val="80000"/>
              </a:lnSpc>
              <a:spcBef>
                <a:spcPts val="500"/>
              </a:spcBef>
              <a:buClr>
                <a:schemeClr val="accent2"/>
              </a:buClr>
              <a:buSzPts val="1200"/>
              <a:buFont typeface="Noto Sans Symbols"/>
              <a:buChar char="■"/>
            </a:pPr>
            <a:r>
              <a:rPr lang="en-US" sz="1600">
                <a:solidFill>
                  <a:schemeClr val="dk1"/>
                </a:solidFill>
                <a:latin typeface="Twentieth Century"/>
                <a:ea typeface="Twentieth Century"/>
                <a:cs typeface="Twentieth Century"/>
                <a:sym typeface="Twentieth Century"/>
              </a:rPr>
              <a:t>Nodes – possible states</a:t>
            </a:r>
            <a:endParaRPr/>
          </a:p>
          <a:p>
            <a:pPr marL="914400" lvl="2" indent="-228600">
              <a:lnSpc>
                <a:spcPct val="80000"/>
              </a:lnSpc>
              <a:spcBef>
                <a:spcPts val="500"/>
              </a:spcBef>
              <a:buClr>
                <a:schemeClr val="accent2"/>
              </a:buClr>
              <a:buSzPts val="1200"/>
              <a:buFont typeface="Noto Sans Symbols"/>
              <a:buChar char="■"/>
            </a:pPr>
            <a:r>
              <a:rPr lang="en-US" sz="1600">
                <a:solidFill>
                  <a:schemeClr val="dk1"/>
                </a:solidFill>
                <a:latin typeface="Twentieth Century"/>
                <a:ea typeface="Twentieth Century"/>
                <a:cs typeface="Twentieth Century"/>
                <a:sym typeface="Twentieth Century"/>
              </a:rPr>
              <a:t>Links – actions that change the problem from one state to another</a:t>
            </a:r>
            <a:endParaRPr/>
          </a:p>
          <a:p>
            <a:pPr marL="319087" indent="-319087">
              <a:lnSpc>
                <a:spcPct val="80000"/>
              </a:lnSpc>
              <a:spcBef>
                <a:spcPts val="700"/>
              </a:spcBef>
              <a:buClr>
                <a:schemeClr val="accent2"/>
              </a:buClr>
              <a:buSzPts val="1200"/>
              <a:buFont typeface="Noto Sans Symbols"/>
              <a:buChar char="◻"/>
            </a:pPr>
            <a:r>
              <a:rPr lang="en-US" sz="2000">
                <a:solidFill>
                  <a:schemeClr val="dk1"/>
                </a:solidFill>
                <a:latin typeface="Twentieth Century"/>
                <a:ea typeface="Twentieth Century"/>
                <a:cs typeface="Twentieth Century"/>
                <a:sym typeface="Twentieth Century"/>
              </a:rPr>
              <a:t>State space search</a:t>
            </a:r>
            <a:endParaRPr/>
          </a:p>
          <a:p>
            <a:pPr marL="639762" lvl="1" indent="-273049">
              <a:lnSpc>
                <a:spcPct val="80000"/>
              </a:lnSpc>
              <a:spcBef>
                <a:spcPts val="500"/>
              </a:spcBef>
              <a:buClr>
                <a:schemeClr val="accent1"/>
              </a:buClr>
              <a:buSzPts val="1260"/>
              <a:buFont typeface="Noto Sans Symbols"/>
              <a:buChar char="🞑"/>
            </a:pPr>
            <a:r>
              <a:rPr lang="en-US">
                <a:solidFill>
                  <a:schemeClr val="dk1"/>
                </a:solidFill>
                <a:latin typeface="Twentieth Century"/>
                <a:ea typeface="Twentieth Century"/>
                <a:cs typeface="Twentieth Century"/>
                <a:sym typeface="Twentieth Century"/>
              </a:rPr>
              <a:t>Find a path from an initial state to a target state in the state space</a:t>
            </a:r>
            <a:endParaRPr/>
          </a:p>
          <a:p>
            <a:pPr marL="639762" lvl="1" indent="-273049">
              <a:lnSpc>
                <a:spcPct val="80000"/>
              </a:lnSpc>
              <a:spcBef>
                <a:spcPts val="500"/>
              </a:spcBef>
              <a:buClr>
                <a:schemeClr val="accent1"/>
              </a:buClr>
              <a:buSzPts val="1260"/>
              <a:buFont typeface="Noto Sans Symbols"/>
              <a:buChar char="🞑"/>
            </a:pPr>
            <a:r>
              <a:rPr lang="en-US">
                <a:solidFill>
                  <a:schemeClr val="dk1"/>
                </a:solidFill>
                <a:latin typeface="Twentieth Century"/>
                <a:ea typeface="Twentieth Century"/>
                <a:cs typeface="Twentieth Century"/>
                <a:sym typeface="Twentieth Century"/>
              </a:rPr>
              <a:t>Various search strategies</a:t>
            </a:r>
            <a:endParaRPr/>
          </a:p>
          <a:p>
            <a:pPr marL="914400" lvl="2" indent="-228600">
              <a:lnSpc>
                <a:spcPct val="80000"/>
              </a:lnSpc>
              <a:spcBef>
                <a:spcPts val="500"/>
              </a:spcBef>
              <a:buClr>
                <a:schemeClr val="accent2"/>
              </a:buClr>
              <a:buSzPts val="1200"/>
              <a:buFont typeface="Noto Sans Symbols"/>
              <a:buChar char="■"/>
            </a:pPr>
            <a:r>
              <a:rPr lang="en-US" sz="1600">
                <a:solidFill>
                  <a:schemeClr val="dk1"/>
                </a:solidFill>
                <a:latin typeface="Twentieth Century"/>
                <a:ea typeface="Twentieth Century"/>
                <a:cs typeface="Twentieth Century"/>
                <a:sym typeface="Twentieth Century"/>
              </a:rPr>
              <a:t>Exhaustive search – guarantee that the path will be found if it exists </a:t>
            </a:r>
            <a:endParaRPr/>
          </a:p>
          <a:p>
            <a:pPr marL="1371600" lvl="3" indent="-228600">
              <a:lnSpc>
                <a:spcPct val="80000"/>
              </a:lnSpc>
              <a:spcBef>
                <a:spcPts val="400"/>
              </a:spcBef>
              <a:buClr>
                <a:srgbClr val="A5AB81"/>
              </a:buClr>
              <a:buSzPts val="1050"/>
              <a:buFont typeface="Noto Sans Symbols"/>
              <a:buChar char="■"/>
            </a:pPr>
            <a:r>
              <a:rPr lang="en-US" sz="1400">
                <a:solidFill>
                  <a:schemeClr val="dk1"/>
                </a:solidFill>
                <a:latin typeface="Twentieth Century"/>
                <a:ea typeface="Twentieth Century"/>
                <a:cs typeface="Twentieth Century"/>
                <a:sym typeface="Twentieth Century"/>
              </a:rPr>
              <a:t>Depth-first</a:t>
            </a:r>
            <a:endParaRPr/>
          </a:p>
          <a:p>
            <a:pPr marL="1371600" lvl="3" indent="-228600">
              <a:lnSpc>
                <a:spcPct val="80000"/>
              </a:lnSpc>
              <a:spcBef>
                <a:spcPts val="400"/>
              </a:spcBef>
              <a:buClr>
                <a:srgbClr val="A5AB81"/>
              </a:buClr>
              <a:buSzPts val="1050"/>
              <a:buFont typeface="Noto Sans Symbols"/>
              <a:buChar char="■"/>
            </a:pPr>
            <a:r>
              <a:rPr lang="en-US" sz="1400">
                <a:solidFill>
                  <a:schemeClr val="dk1"/>
                </a:solidFill>
                <a:latin typeface="Twentieth Century"/>
                <a:ea typeface="Twentieth Century"/>
                <a:cs typeface="Twentieth Century"/>
                <a:sym typeface="Twentieth Century"/>
              </a:rPr>
              <a:t>Breath-first</a:t>
            </a:r>
            <a:endParaRPr/>
          </a:p>
          <a:p>
            <a:pPr marL="914400" lvl="2" indent="-228600">
              <a:lnSpc>
                <a:spcPct val="80000"/>
              </a:lnSpc>
              <a:spcBef>
                <a:spcPts val="500"/>
              </a:spcBef>
              <a:buClr>
                <a:schemeClr val="accent2"/>
              </a:buClr>
              <a:buSzPts val="1200"/>
              <a:buFont typeface="Noto Sans Symbols"/>
              <a:buChar char="■"/>
            </a:pPr>
            <a:r>
              <a:rPr lang="en-US" sz="1600">
                <a:solidFill>
                  <a:schemeClr val="dk1"/>
                </a:solidFill>
                <a:latin typeface="Twentieth Century"/>
                <a:ea typeface="Twentieth Century"/>
                <a:cs typeface="Twentieth Century"/>
                <a:sym typeface="Twentieth Century"/>
              </a:rPr>
              <a:t>Best-first search</a:t>
            </a:r>
            <a:endParaRPr/>
          </a:p>
          <a:p>
            <a:pPr marL="1371600" lvl="3" indent="-228600">
              <a:lnSpc>
                <a:spcPct val="80000"/>
              </a:lnSpc>
              <a:spcBef>
                <a:spcPts val="400"/>
              </a:spcBef>
              <a:buClr>
                <a:srgbClr val="A5AB81"/>
              </a:buClr>
              <a:buSzPts val="1050"/>
              <a:buFont typeface="Noto Sans Symbols"/>
              <a:buChar char="■"/>
            </a:pPr>
            <a:r>
              <a:rPr lang="en-US" sz="1400">
                <a:solidFill>
                  <a:schemeClr val="dk1"/>
                </a:solidFill>
                <a:latin typeface="Twentieth Century"/>
                <a:ea typeface="Twentieth Century"/>
                <a:cs typeface="Twentieth Century"/>
                <a:sym typeface="Twentieth Century"/>
              </a:rPr>
              <a:t>heuristics</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91"/>
        <p:cNvGrpSpPr/>
        <p:nvPr/>
      </p:nvGrpSpPr>
      <p:grpSpPr>
        <a:xfrm>
          <a:off x="0" y="0"/>
          <a:ext cx="0" cy="0"/>
          <a:chOff x="0" y="0"/>
          <a:chExt cx="0" cy="0"/>
        </a:xfrm>
      </p:grpSpPr>
      <p:sp>
        <p:nvSpPr>
          <p:cNvPr id="492" name="Google Shape;492;p70"/>
          <p:cNvSpPr txBox="1"/>
          <p:nvPr/>
        </p:nvSpPr>
        <p:spPr>
          <a:xfrm>
            <a:off x="1828800" y="1524000"/>
            <a:ext cx="2895600" cy="1569620"/>
          </a:xfrm>
          <a:prstGeom prst="rect">
            <a:avLst/>
          </a:prstGeom>
          <a:noFill/>
          <a:ln>
            <a:noFill/>
          </a:ln>
        </p:spPr>
        <p:txBody>
          <a:bodyPr spcFirstLastPara="1" wrap="square" lIns="91425" tIns="45700" rIns="91425" bIns="45700" anchor="t" anchorCtr="0">
            <a:spAutoFit/>
          </a:bodyPr>
          <a:lstStyle/>
          <a:p>
            <a:pPr>
              <a:buClr>
                <a:schemeClr val="dk1"/>
              </a:buClr>
              <a:buSzPts val="3200"/>
            </a:pPr>
            <a:r>
              <a:rPr lang="en-US" sz="3200">
                <a:solidFill>
                  <a:schemeClr val="dk1"/>
                </a:solidFill>
                <a:latin typeface="Times New Roman"/>
                <a:ea typeface="Times New Roman"/>
                <a:cs typeface="Times New Roman"/>
                <a:sym typeface="Times New Roman"/>
              </a:rPr>
              <a:t>Portion of the state space for tic-tac-toe.</a:t>
            </a:r>
            <a:endParaRPr/>
          </a:p>
        </p:txBody>
      </p:sp>
      <p:pic>
        <p:nvPicPr>
          <p:cNvPr id="493" name="Google Shape;493;p70"/>
          <p:cNvPicPr preferRelativeResize="0"/>
          <p:nvPr/>
        </p:nvPicPr>
        <p:blipFill rotWithShape="1">
          <a:blip r:embed="rId3">
            <a:alphaModFix/>
          </a:blip>
          <a:srcRect/>
          <a:stretch/>
        </p:blipFill>
        <p:spPr>
          <a:xfrm>
            <a:off x="4648200" y="1600200"/>
            <a:ext cx="5181600" cy="4667250"/>
          </a:xfrm>
          <a:prstGeom prst="rect">
            <a:avLst/>
          </a:prstGeom>
          <a:noFill/>
          <a:ln>
            <a:noFill/>
          </a:ln>
        </p:spPr>
      </p:pic>
      <p:sp>
        <p:nvSpPr>
          <p:cNvPr id="494" name="Google Shape;494;p70"/>
          <p:cNvSpPr txBox="1"/>
          <p:nvPr/>
        </p:nvSpPr>
        <p:spPr>
          <a:xfrm>
            <a:off x="1981200" y="158750"/>
            <a:ext cx="8229600" cy="831850"/>
          </a:xfrm>
          <a:prstGeom prst="rect">
            <a:avLst/>
          </a:prstGeom>
          <a:noFill/>
          <a:ln>
            <a:noFill/>
          </a:ln>
        </p:spPr>
        <p:txBody>
          <a:bodyPr spcFirstLastPara="1" wrap="square" lIns="91425" tIns="45700" rIns="91425" bIns="45700" anchor="b" anchorCtr="0">
            <a:noAutofit/>
          </a:bodyPr>
          <a:lstStyle/>
          <a:p>
            <a:pPr algn="ctr">
              <a:buClr>
                <a:schemeClr val="dk2"/>
              </a:buClr>
              <a:buSzPts val="4400"/>
            </a:pPr>
            <a:r>
              <a:rPr lang="en-US" sz="4400">
                <a:solidFill>
                  <a:schemeClr val="dk2"/>
                </a:solidFill>
                <a:latin typeface="Twentieth Century"/>
                <a:ea typeface="Twentieth Century"/>
                <a:cs typeface="Twentieth Century"/>
                <a:sym typeface="Twentieth Century"/>
              </a:rPr>
              <a:t>Tic-tac-toe State Space</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98"/>
        <p:cNvGrpSpPr/>
        <p:nvPr/>
      </p:nvGrpSpPr>
      <p:grpSpPr>
        <a:xfrm>
          <a:off x="0" y="0"/>
          <a:ext cx="0" cy="0"/>
          <a:chOff x="0" y="0"/>
          <a:chExt cx="0" cy="0"/>
        </a:xfrm>
      </p:grpSpPr>
      <p:sp>
        <p:nvSpPr>
          <p:cNvPr id="499" name="Google Shape;499;p71"/>
          <p:cNvSpPr txBox="1"/>
          <p:nvPr/>
        </p:nvSpPr>
        <p:spPr>
          <a:xfrm>
            <a:off x="1981200" y="1524000"/>
            <a:ext cx="2590800" cy="2227262"/>
          </a:xfrm>
          <a:prstGeom prst="rect">
            <a:avLst/>
          </a:prstGeom>
          <a:noFill/>
          <a:ln>
            <a:noFill/>
          </a:ln>
        </p:spPr>
        <p:txBody>
          <a:bodyPr spcFirstLastPara="1" wrap="square" lIns="91425" tIns="45700" rIns="91425" bIns="45700" anchor="t" anchorCtr="0">
            <a:spAutoFit/>
          </a:bodyPr>
          <a:lstStyle/>
          <a:p>
            <a:pPr>
              <a:buClr>
                <a:schemeClr val="dk1"/>
              </a:buClr>
              <a:buSzPts val="2800"/>
            </a:pPr>
            <a:r>
              <a:rPr lang="en-US" sz="2800">
                <a:solidFill>
                  <a:schemeClr val="dk1"/>
                </a:solidFill>
                <a:latin typeface="Times New Roman"/>
                <a:ea typeface="Times New Roman"/>
                <a:cs typeface="Times New Roman"/>
                <a:sym typeface="Times New Roman"/>
              </a:rPr>
              <a:t>State space description of the automotive diagnosis problem. </a:t>
            </a:r>
            <a:endParaRPr/>
          </a:p>
        </p:txBody>
      </p:sp>
      <p:pic>
        <p:nvPicPr>
          <p:cNvPr id="500" name="Google Shape;500;p71"/>
          <p:cNvPicPr preferRelativeResize="0"/>
          <p:nvPr/>
        </p:nvPicPr>
        <p:blipFill rotWithShape="1">
          <a:blip r:embed="rId3">
            <a:alphaModFix/>
          </a:blip>
          <a:srcRect/>
          <a:stretch/>
        </p:blipFill>
        <p:spPr>
          <a:xfrm>
            <a:off x="4333876" y="1042987"/>
            <a:ext cx="5953125" cy="5575300"/>
          </a:xfrm>
          <a:prstGeom prst="rect">
            <a:avLst/>
          </a:prstGeom>
          <a:noFill/>
          <a:ln>
            <a:noFill/>
          </a:ln>
        </p:spPr>
      </p:pic>
      <p:sp>
        <p:nvSpPr>
          <p:cNvPr id="501" name="Google Shape;501;p71"/>
          <p:cNvSpPr txBox="1"/>
          <p:nvPr/>
        </p:nvSpPr>
        <p:spPr>
          <a:xfrm>
            <a:off x="1981200" y="158750"/>
            <a:ext cx="8229600" cy="831850"/>
          </a:xfrm>
          <a:prstGeom prst="rect">
            <a:avLst/>
          </a:prstGeom>
          <a:noFill/>
          <a:ln>
            <a:noFill/>
          </a:ln>
        </p:spPr>
        <p:txBody>
          <a:bodyPr spcFirstLastPara="1" wrap="square" lIns="91425" tIns="45700" rIns="91425" bIns="45700" anchor="b" anchorCtr="0">
            <a:noAutofit/>
          </a:bodyPr>
          <a:lstStyle/>
          <a:p>
            <a:pPr algn="ctr">
              <a:buClr>
                <a:schemeClr val="dk2"/>
              </a:buClr>
              <a:buSzPts val="4400"/>
            </a:pPr>
            <a:r>
              <a:rPr lang="en-US" sz="4400">
                <a:solidFill>
                  <a:schemeClr val="dk2"/>
                </a:solidFill>
                <a:latin typeface="Twentieth Century"/>
                <a:ea typeface="Twentieth Century"/>
                <a:cs typeface="Twentieth Century"/>
                <a:sym typeface="Twentieth Century"/>
              </a:rPr>
              <a:t>Auto Diagnosis State Space</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506" name="Google Shape;506;p72"/>
          <p:cNvSpPr txBox="1">
            <a:spLocks noGrp="1"/>
          </p:cNvSpPr>
          <p:nvPr>
            <p:ph type="title"/>
          </p:nvPr>
        </p:nvSpPr>
        <p:spPr>
          <a:prstGeom prst="rect">
            <a:avLst/>
          </a:prstGeom>
          <a:noFill/>
          <a:ln>
            <a:noFill/>
          </a:ln>
        </p:spPr>
        <p:txBody>
          <a:bodyPr spcFirstLastPara="1" vert="horz" wrap="square" lIns="91425" tIns="45700" rIns="91425" bIns="45700" rtlCol="0" anchor="ctr" anchorCtr="0">
            <a:noAutofit/>
          </a:bodyPr>
          <a:lstStyle/>
          <a:p>
            <a:pPr>
              <a:lnSpc>
                <a:spcPct val="100000"/>
              </a:lnSpc>
              <a:spcBef>
                <a:spcPts val="0"/>
              </a:spcBef>
              <a:buClr>
                <a:schemeClr val="dk2"/>
              </a:buClr>
              <a:buSzPts val="4400"/>
            </a:pPr>
            <a:r>
              <a:rPr lang="en-US" sz="4400">
                <a:solidFill>
                  <a:schemeClr val="dk2"/>
                </a:solidFill>
                <a:latin typeface="Twentieth Century"/>
                <a:ea typeface="Twentieth Century"/>
                <a:cs typeface="Twentieth Century"/>
                <a:sym typeface="Twentieth Century"/>
              </a:rPr>
              <a:t>Assignment</a:t>
            </a:r>
            <a:endParaRPr/>
          </a:p>
        </p:txBody>
      </p:sp>
      <p:sp>
        <p:nvSpPr>
          <p:cNvPr id="507" name="Google Shape;507;p72"/>
          <p:cNvSpPr txBox="1">
            <a:spLocks noGrp="1"/>
          </p:cNvSpPr>
          <p:nvPr>
            <p:ph idx="1"/>
          </p:nvPr>
        </p:nvSpPr>
        <p:spPr>
          <a:prstGeom prst="rect">
            <a:avLst/>
          </a:prstGeom>
          <a:noFill/>
          <a:ln>
            <a:noFill/>
          </a:ln>
        </p:spPr>
        <p:txBody>
          <a:bodyPr spcFirstLastPara="1" vert="horz" wrap="square" lIns="91425" tIns="45700" rIns="91425" bIns="45700" rtlCol="0" anchor="t" anchorCtr="0">
            <a:noAutofit/>
          </a:bodyPr>
          <a:lstStyle/>
          <a:p>
            <a:pPr marL="319087" indent="-319087">
              <a:lnSpc>
                <a:spcPct val="100000"/>
              </a:lnSpc>
              <a:spcBef>
                <a:spcPts val="0"/>
              </a:spcBef>
              <a:buClr>
                <a:schemeClr val="accent2"/>
              </a:buClr>
              <a:buSzPts val="1680"/>
              <a:buFont typeface="Noto Sans Symbols"/>
              <a:buChar char="◻"/>
            </a:pPr>
            <a:r>
              <a:rPr lang="en-US" sz="2800">
                <a:solidFill>
                  <a:schemeClr val="dk1"/>
                </a:solidFill>
                <a:latin typeface="Twentieth Century"/>
                <a:ea typeface="Twentieth Century"/>
                <a:cs typeface="Twentieth Century"/>
                <a:sym typeface="Twentieth Century"/>
              </a:rPr>
              <a:t>Create and justify your own definition of artificial intelligence? 	</a:t>
            </a:r>
            <a:endParaRPr/>
          </a:p>
          <a:p>
            <a:pPr marL="319087" indent="-319087">
              <a:lnSpc>
                <a:spcPct val="100000"/>
              </a:lnSpc>
              <a:spcBef>
                <a:spcPts val="700"/>
              </a:spcBef>
              <a:buClr>
                <a:schemeClr val="accent2"/>
              </a:buClr>
              <a:buSzPts val="1680"/>
              <a:buFont typeface="Noto Sans Symbols"/>
              <a:buChar char="◻"/>
            </a:pPr>
            <a:r>
              <a:rPr lang="en-US" sz="2800">
                <a:solidFill>
                  <a:schemeClr val="dk1"/>
                </a:solidFill>
                <a:latin typeface="Twentieth Century"/>
                <a:ea typeface="Twentieth Century"/>
                <a:cs typeface="Twentieth Century"/>
                <a:sym typeface="Twentieth Century"/>
              </a:rPr>
              <a:t>Describe whether or not you think it is possible to a computer to understand and use a natural language?</a:t>
            </a:r>
            <a:endParaRPr/>
          </a:p>
          <a:p>
            <a:pPr marL="319087" indent="-319087">
              <a:lnSpc>
                <a:spcPct val="100000"/>
              </a:lnSpc>
              <a:spcBef>
                <a:spcPts val="700"/>
              </a:spcBef>
              <a:buClr>
                <a:schemeClr val="accent2"/>
              </a:buClr>
              <a:buSzPts val="1680"/>
              <a:buFont typeface="Noto Sans Symbols"/>
              <a:buChar char="◻"/>
            </a:pPr>
            <a:r>
              <a:rPr lang="en-US" sz="2800">
                <a:solidFill>
                  <a:schemeClr val="dk1"/>
                </a:solidFill>
                <a:latin typeface="Twentieth Century"/>
                <a:ea typeface="Twentieth Century"/>
                <a:cs typeface="Twentieth Century"/>
                <a:sym typeface="Twentieth Century"/>
              </a:rPr>
              <a:t>Describe your own criteria for computer software to be considered “intelligent”.</a:t>
            </a:r>
            <a:endParaRPr/>
          </a:p>
          <a:p>
            <a:pPr marL="319087" indent="-319087">
              <a:lnSpc>
                <a:spcPct val="100000"/>
              </a:lnSpc>
              <a:spcBef>
                <a:spcPts val="700"/>
              </a:spcBef>
              <a:buClr>
                <a:schemeClr val="accent2"/>
              </a:buClr>
              <a:buSzPts val="1680"/>
              <a:buFont typeface="Noto Sans Symbols"/>
              <a:buChar char="◻"/>
            </a:pPr>
            <a:r>
              <a:rPr lang="en-US" sz="2800">
                <a:solidFill>
                  <a:schemeClr val="dk1"/>
                </a:solidFill>
                <a:latin typeface="Twentieth Century"/>
                <a:ea typeface="Twentieth Century"/>
                <a:cs typeface="Twentieth Century"/>
                <a:sym typeface="Twentieth Century"/>
              </a:rPr>
              <a:t>Discuss why you think the problem of machines "learning" is so difficult?</a:t>
            </a:r>
            <a:endParaRPr/>
          </a:p>
          <a:p>
            <a:pPr marL="319087" indent="-319087">
              <a:lnSpc>
                <a:spcPct val="100000"/>
              </a:lnSpc>
              <a:spcBef>
                <a:spcPts val="700"/>
              </a:spcBef>
              <a:buClr>
                <a:schemeClr val="accent2"/>
              </a:buClr>
              <a:buSzPts val="1680"/>
              <a:buFont typeface="Noto Sans Symbols"/>
              <a:buChar char="◻"/>
            </a:pPr>
            <a:r>
              <a:rPr lang="en-US" sz="2800">
                <a:solidFill>
                  <a:schemeClr val="dk1"/>
                </a:solidFill>
                <a:latin typeface="Twentieth Century"/>
                <a:ea typeface="Twentieth Century"/>
                <a:cs typeface="Twentieth Century"/>
                <a:sym typeface="Twentieth Century"/>
              </a:rPr>
              <a:t>List two potentially negative effects on society of the development of AI techniques.</a:t>
            </a:r>
            <a:endParaRPr/>
          </a:p>
          <a:p>
            <a:pPr marL="319088" indent="-212408">
              <a:spcBef>
                <a:spcPts val="700"/>
              </a:spcBef>
              <a:buClr>
                <a:schemeClr val="accent2"/>
              </a:buClr>
              <a:buSzPts val="1680"/>
              <a:buNone/>
            </a:pPr>
            <a:endParaRPr sz="2800">
              <a:solidFill>
                <a:schemeClr val="dk1"/>
              </a:solidFill>
              <a:latin typeface="Twentieth Century"/>
              <a:ea typeface="Twentieth Century"/>
              <a:cs typeface="Twentieth Century"/>
              <a:sym typeface="Twentieth Century"/>
            </a:endParaRPr>
          </a:p>
        </p:txBody>
      </p:sp>
    </p:spTree>
  </p:cSld>
  <p:clrMapOvr>
    <a:masterClrMapping/>
  </p:clrMapOvr>
</p:sld>
</file>

<file path=ppt/theme/theme1.xml><?xml version="1.0" encoding="utf-8"?>
<a:theme xmlns:a="http://schemas.openxmlformats.org/drawingml/2006/main" name="2_Median">
  <a:themeElements>
    <a:clrScheme name="Median">
      <a:dk1>
        <a:srgbClr val="000000"/>
      </a:dk1>
      <a:lt1>
        <a:srgbClr val="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4_Median">
  <a:themeElements>
    <a:clrScheme name="Median">
      <a:dk1>
        <a:srgbClr val="000000"/>
      </a:dk1>
      <a:lt1>
        <a:srgbClr val="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6_Median">
  <a:themeElements>
    <a:clrScheme name="Median">
      <a:dk1>
        <a:srgbClr val="000000"/>
      </a:dk1>
      <a:lt1>
        <a:srgbClr val="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7_Median">
  <a:themeElements>
    <a:clrScheme name="Median">
      <a:dk1>
        <a:srgbClr val="000000"/>
      </a:dk1>
      <a:lt1>
        <a:srgbClr val="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1_Median">
  <a:themeElements>
    <a:clrScheme name="Median">
      <a:dk1>
        <a:srgbClr val="000000"/>
      </a:dk1>
      <a:lt1>
        <a:srgbClr val="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7.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49</TotalTime>
  <Words>3281</Words>
  <Application>Microsoft Office PowerPoint</Application>
  <PresentationFormat>Widescreen</PresentationFormat>
  <Paragraphs>355</Paragraphs>
  <Slides>52</Slides>
  <Notes>52</Notes>
  <HiddenSlides>0</HiddenSlides>
  <MMClips>0</MMClips>
  <ScaleCrop>false</ScaleCrop>
  <HeadingPairs>
    <vt:vector size="6" baseType="variant">
      <vt:variant>
        <vt:lpstr>Fonts Used</vt:lpstr>
      </vt:variant>
      <vt:variant>
        <vt:i4>8</vt:i4>
      </vt:variant>
      <vt:variant>
        <vt:lpstr>Theme</vt:lpstr>
      </vt:variant>
      <vt:variant>
        <vt:i4>6</vt:i4>
      </vt:variant>
      <vt:variant>
        <vt:lpstr>Slide Titles</vt:lpstr>
      </vt:variant>
      <vt:variant>
        <vt:i4>52</vt:i4>
      </vt:variant>
    </vt:vector>
  </HeadingPairs>
  <TitlesOfParts>
    <vt:vector size="66" baseType="lpstr">
      <vt:lpstr>Arial</vt:lpstr>
      <vt:lpstr>Calibri</vt:lpstr>
      <vt:lpstr>Calibri Light</vt:lpstr>
      <vt:lpstr>Cambria</vt:lpstr>
      <vt:lpstr>Noto Sans Symbols</vt:lpstr>
      <vt:lpstr>Times</vt:lpstr>
      <vt:lpstr>Times New Roman</vt:lpstr>
      <vt:lpstr>Twentieth Century</vt:lpstr>
      <vt:lpstr>2_Median</vt:lpstr>
      <vt:lpstr>4_Median</vt:lpstr>
      <vt:lpstr>6_Median</vt:lpstr>
      <vt:lpstr>7_Median</vt:lpstr>
      <vt:lpstr>1_Median</vt:lpstr>
      <vt:lpstr>Office Theme</vt:lpstr>
      <vt:lpstr>ARTIFICIAL INTELLIGENCE</vt:lpstr>
      <vt:lpstr>Artificial Intelligence</vt:lpstr>
      <vt:lpstr>Artificial Intelligence</vt:lpstr>
      <vt:lpstr>AI-ML-DL</vt:lpstr>
      <vt:lpstr>PowerPoint Presentation</vt:lpstr>
      <vt:lpstr>Textbooks</vt:lpstr>
      <vt:lpstr>PowerPoint Presentation</vt:lpstr>
      <vt:lpstr>AI based on capabilities</vt:lpstr>
      <vt:lpstr>PowerPoint Presentation</vt:lpstr>
      <vt:lpstr> Artificial Intelligence Based on Functionalities </vt:lpstr>
      <vt:lpstr> Artificial Intelligence Based on Functionalities </vt:lpstr>
      <vt:lpstr> Artificial Intelligence Based on Functionalities </vt:lpstr>
      <vt:lpstr> Artificial Intelligence Based on Functionalities </vt:lpstr>
      <vt:lpstr>Advantages of AI</vt:lpstr>
      <vt:lpstr>PowerPoint Presentation</vt:lpstr>
      <vt:lpstr>Defining Artificial Intelligence</vt:lpstr>
      <vt:lpstr>Defining Artificial Intelligence</vt:lpstr>
      <vt:lpstr>An Attempted Definition</vt:lpstr>
      <vt:lpstr>Brief Early History of AI</vt:lpstr>
      <vt:lpstr>Modern History</vt:lpstr>
      <vt:lpstr>What is AI?</vt:lpstr>
      <vt:lpstr>Scientific Goals of AI </vt:lpstr>
      <vt:lpstr>The Turing Test</vt:lpstr>
      <vt:lpstr>Acting Like Humans?</vt:lpstr>
      <vt:lpstr>Imaging the Brain</vt:lpstr>
      <vt:lpstr>Questions</vt:lpstr>
      <vt:lpstr>Brains ~ Computers</vt:lpstr>
      <vt:lpstr>Areas of Artificial Intelligence </vt:lpstr>
      <vt:lpstr>Perception </vt:lpstr>
      <vt:lpstr>NLU</vt:lpstr>
      <vt:lpstr>NLG</vt:lpstr>
      <vt:lpstr>MT</vt:lpstr>
      <vt:lpstr>Areas of Artificial Intelligence ...</vt:lpstr>
      <vt:lpstr>Robotics </vt:lpstr>
      <vt:lpstr>Planning</vt:lpstr>
      <vt:lpstr>Expert Systems </vt:lpstr>
      <vt:lpstr>PowerPoint Presentation</vt:lpstr>
      <vt:lpstr>Deficiencies of Current Expert Systems</vt:lpstr>
      <vt:lpstr>Theorem Proving</vt:lpstr>
      <vt:lpstr>Symbolic Mathematics</vt:lpstr>
      <vt:lpstr>Game Playing </vt:lpstr>
      <vt:lpstr>Characteristics of A.I. Programs</vt:lpstr>
      <vt:lpstr>Symbolic Processing</vt:lpstr>
      <vt:lpstr>Knowledge Representation </vt:lpstr>
      <vt:lpstr>Representation Systems</vt:lpstr>
      <vt:lpstr>PowerPoint Presentation</vt:lpstr>
      <vt:lpstr>PowerPoint Presentation</vt:lpstr>
      <vt:lpstr>PowerPoint Presentation</vt:lpstr>
      <vt:lpstr>State Space Search</vt:lpstr>
      <vt:lpstr>PowerPoint Presentation</vt:lpstr>
      <vt:lpstr>PowerPoint Presentation</vt:lpstr>
      <vt:lpstr>Assignment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SANTHIYA P</dc:creator>
  <cp:lastModifiedBy>SANTHIYA P</cp:lastModifiedBy>
  <cp:revision>19</cp:revision>
  <dcterms:modified xsi:type="dcterms:W3CDTF">2026-07-13T05:51:05Z</dcterms:modified>
</cp:coreProperties>
</file>